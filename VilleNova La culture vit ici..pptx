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eorgia Bold" charset="1" panose="02040802050405020203"/>
      <p:regular r:id="rId22"/>
    </p:embeddedFont>
    <p:embeddedFont>
      <p:font typeface="Georgia Bold Italics" charset="1" panose="02040802050405090203"/>
      <p:regular r:id="rId23"/>
    </p:embeddedFont>
    <p:embeddedFont>
      <p:font typeface="Calibri (MS)" charset="1" panose="020F0502020204030204"/>
      <p:regular r:id="rId24"/>
    </p:embeddedFont>
    <p:embeddedFont>
      <p:font typeface="Consolas Bold" charset="1" panose="020B0709020204030204"/>
      <p:regular r:id="rId25"/>
    </p:embeddedFont>
    <p:embeddedFont>
      <p:font typeface="Consolas" charset="1" panose="020B0609020204030204"/>
      <p:regular r:id="rId26"/>
    </p:embeddedFont>
    <p:embeddedFont>
      <p:font typeface="Georgia Italics" charset="1" panose="02040502050405090303"/>
      <p:regular r:id="rId27"/>
    </p:embeddedFont>
    <p:embeddedFont>
      <p:font typeface="Calibri (MS) Bold" charset="1" panose="020F0702030404030204"/>
      <p:regular r:id="rId28"/>
    </p:embeddedFont>
    <p:embeddedFont>
      <p:font typeface="Arial Bold" charset="1" panose="020B0704020202020204"/>
      <p:regular r:id="rId29"/>
    </p:embeddedFont>
    <p:embeddedFont>
      <p:font typeface="Calibri (MS) Italics" charset="1" panose="020F05020202040A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hatsinatlanta.com" TargetMode="External" Type="http://schemas.openxmlformats.org/officeDocument/2006/relationships/hyperlink"/><Relationship Id="rId4" Target="https://marseille.fr" TargetMode="External" Type="http://schemas.openxmlformats.org/officeDocument/2006/relationships/hyperlink"/><Relationship Id="rId5" Target="https://paris.fr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120" y="2194560"/>
            <a:ext cx="16459200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VillaNova</a:t>
            </a:r>
          </a:p>
          <a:p>
            <a:pPr algn="l">
              <a:lnSpc>
                <a:spcPts val="11519"/>
              </a:lnSpc>
            </a:pPr>
            <a:r>
              <a:rPr lang="en-US" b="true" sz="9600" i="true">
                <a:solidFill>
                  <a:srgbClr val="F4D35E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La culture vit ici.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0120" y="7680960"/>
            <a:ext cx="13716000" cy="685800"/>
            <a:chOff x="0" y="0"/>
            <a:chExt cx="1828800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288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Plateforme culturelle municipale.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120" y="9189720"/>
            <a:ext cx="15087600" cy="411480"/>
            <a:chOff x="0" y="0"/>
            <a:chExt cx="201168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4451" r="0" b="-6644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16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F4D3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FAROUK ATTOUMAN   LA PLATEFORME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3624560" y="-13698855"/>
            <a:ext cx="1017118" cy="38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CONTEXTE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156335"/>
            <a:ext cx="164592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Le porblème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3017520"/>
            <a:ext cx="7543800" cy="5760720"/>
            <a:chOff x="0" y="0"/>
            <a:chExt cx="1005840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7680960"/>
            </a:xfrm>
            <a:custGeom>
              <a:avLst/>
              <a:gdLst/>
              <a:ahLst/>
              <a:cxnLst/>
              <a:rect r="r" b="b" t="t" l="l"/>
              <a:pathLst>
                <a:path h="7680960" w="100584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9692640" y="0"/>
                  </a:lnTo>
                  <a:cubicBezTo>
                    <a:pt x="9894697" y="0"/>
                    <a:pt x="10058400" y="163703"/>
                    <a:pt x="10058400" y="365760"/>
                  </a:cubicBezTo>
                  <a:lnTo>
                    <a:pt x="10058400" y="7315200"/>
                  </a:lnTo>
                  <a:cubicBezTo>
                    <a:pt x="10058400" y="7517257"/>
                    <a:pt x="9894697" y="7680960"/>
                    <a:pt x="9692640" y="7680960"/>
                  </a:cubicBezTo>
                  <a:lnTo>
                    <a:pt x="365760" y="7680960"/>
                  </a:lnTo>
                  <a:cubicBezTo>
                    <a:pt x="163703" y="7680960"/>
                    <a:pt x="0" y="7517257"/>
                    <a:pt x="0" y="731520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3291840"/>
            <a:ext cx="7543800" cy="2743200"/>
            <a:chOff x="0" y="0"/>
            <a:chExt cx="1005840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0584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0"/>
                </a:lnSpc>
              </a:pPr>
              <a:r>
                <a:rPr lang="en-US" sz="16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18-40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6172200"/>
            <a:ext cx="6720840" cy="1371600"/>
            <a:chOff x="0" y="0"/>
            <a:chExt cx="896112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6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9611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FFFFFF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La tranche d'âge 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052560" y="2960370"/>
            <a:ext cx="8503920" cy="581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 constat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Une programmation culturelle riche (concerts, expositions, spectacles) mais une information dispersée sur une multitude de supports physiques et numériques.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réponse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Une application web qui centralise tous les événements culturels en un seul endroit, moderne, inclusive et responsable sur le plan environnemental.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1528551"/>
            <a:ext cx="164592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Idéation &amp; recherche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8198" y="3012758"/>
            <a:ext cx="5495925" cy="6181725"/>
            <a:chOff x="0" y="0"/>
            <a:chExt cx="7327900" cy="824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" y="635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040880" y="0"/>
                  </a:lnTo>
                  <a:cubicBezTo>
                    <a:pt x="7192391" y="0"/>
                    <a:pt x="7315200" y="122809"/>
                    <a:pt x="7315200" y="274320"/>
                  </a:cubicBezTo>
                  <a:lnTo>
                    <a:pt x="7315200" y="7955280"/>
                  </a:lnTo>
                  <a:cubicBezTo>
                    <a:pt x="7315200" y="8106791"/>
                    <a:pt x="7192391" y="8229600"/>
                    <a:pt x="7040880" y="8229600"/>
                  </a:cubicBezTo>
                  <a:lnTo>
                    <a:pt x="274320" y="8229600"/>
                  </a:lnTo>
                  <a:cubicBezTo>
                    <a:pt x="122809" y="8229600"/>
                    <a:pt x="0" y="8106791"/>
                    <a:pt x="0" y="7955280"/>
                  </a:cubicBez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79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7327900">
                  <a:moveTo>
                    <a:pt x="0" y="280670"/>
                  </a:moveTo>
                  <a:cubicBezTo>
                    <a:pt x="0" y="125730"/>
                    <a:pt x="125603" y="0"/>
                    <a:pt x="280670" y="0"/>
                  </a:cubicBezTo>
                  <a:lnTo>
                    <a:pt x="7047230" y="0"/>
                  </a:lnTo>
                  <a:lnTo>
                    <a:pt x="7047230" y="6350"/>
                  </a:lnTo>
                  <a:lnTo>
                    <a:pt x="7047230" y="0"/>
                  </a:lnTo>
                  <a:cubicBezTo>
                    <a:pt x="7202297" y="0"/>
                    <a:pt x="7327900" y="125730"/>
                    <a:pt x="7327900" y="280670"/>
                  </a:cubicBezTo>
                  <a:lnTo>
                    <a:pt x="7321550" y="280670"/>
                  </a:lnTo>
                  <a:lnTo>
                    <a:pt x="7327900" y="280670"/>
                  </a:lnTo>
                  <a:lnTo>
                    <a:pt x="7327900" y="7961630"/>
                  </a:lnTo>
                  <a:lnTo>
                    <a:pt x="7321550" y="7961630"/>
                  </a:lnTo>
                  <a:lnTo>
                    <a:pt x="7327900" y="7961630"/>
                  </a:lnTo>
                  <a:cubicBezTo>
                    <a:pt x="7327900" y="8116698"/>
                    <a:pt x="7202297" y="8242300"/>
                    <a:pt x="7047230" y="8242300"/>
                  </a:cubicBezTo>
                  <a:lnTo>
                    <a:pt x="7047230" y="8235950"/>
                  </a:lnTo>
                  <a:lnTo>
                    <a:pt x="7047230" y="8242300"/>
                  </a:lnTo>
                  <a:lnTo>
                    <a:pt x="280670" y="8242300"/>
                  </a:lnTo>
                  <a:lnTo>
                    <a:pt x="280670" y="8235950"/>
                  </a:lnTo>
                  <a:lnTo>
                    <a:pt x="280670" y="8242300"/>
                  </a:lnTo>
                  <a:cubicBezTo>
                    <a:pt x="125603" y="8242300"/>
                    <a:pt x="0" y="8116570"/>
                    <a:pt x="0" y="7961630"/>
                  </a:cubicBezTo>
                  <a:lnTo>
                    <a:pt x="0" y="280670"/>
                  </a:lnTo>
                  <a:lnTo>
                    <a:pt x="6350" y="280670"/>
                  </a:lnTo>
                  <a:lnTo>
                    <a:pt x="0" y="280670"/>
                  </a:lnTo>
                  <a:moveTo>
                    <a:pt x="12700" y="280670"/>
                  </a:moveTo>
                  <a:lnTo>
                    <a:pt x="12700" y="7961630"/>
                  </a:lnTo>
                  <a:lnTo>
                    <a:pt x="6350" y="7961630"/>
                  </a:lnTo>
                  <a:lnTo>
                    <a:pt x="12700" y="7961630"/>
                  </a:lnTo>
                  <a:cubicBezTo>
                    <a:pt x="12700" y="8109585"/>
                    <a:pt x="132715" y="8229600"/>
                    <a:pt x="280670" y="8229600"/>
                  </a:cubicBezTo>
                  <a:lnTo>
                    <a:pt x="7047230" y="8229600"/>
                  </a:lnTo>
                  <a:cubicBezTo>
                    <a:pt x="7195186" y="8229600"/>
                    <a:pt x="7315200" y="8109585"/>
                    <a:pt x="7315200" y="7961630"/>
                  </a:cubicBezTo>
                  <a:lnTo>
                    <a:pt x="7315200" y="280670"/>
                  </a:lnTo>
                  <a:cubicBezTo>
                    <a:pt x="7315200" y="132715"/>
                    <a:pt x="7195185" y="12700"/>
                    <a:pt x="7047230" y="12700"/>
                  </a:cubicBezTo>
                  <a:lnTo>
                    <a:pt x="280670" y="12700"/>
                  </a:lnTo>
                  <a:lnTo>
                    <a:pt x="280670" y="6350"/>
                  </a:lnTo>
                  <a:lnTo>
                    <a:pt x="280670" y="12700"/>
                  </a:lnTo>
                  <a:cubicBezTo>
                    <a:pt x="132715" y="12700"/>
                    <a:pt x="12700" y="132715"/>
                    <a:pt x="12700" y="28067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291840"/>
            <a:ext cx="1371600" cy="548640"/>
            <a:chOff x="0" y="0"/>
            <a:chExt cx="18288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82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4440" y="4114800"/>
            <a:ext cx="46634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Veille &amp; inspiration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440" y="5575935"/>
            <a:ext cx="46634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Analyse de plateformes culturelles existantes </a:t>
            </a:r>
          </a:p>
          <a:p>
            <a:pPr algn="l">
              <a:lnSpc>
                <a:spcPts val="2340"/>
              </a:lnSpc>
            </a:pPr>
            <a:r>
              <a:rPr lang="en-US" sz="19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whatsinatlanta.com"/>
              </a:rPr>
              <a:t>whatsinatlanta.com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9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marseille.fr"/>
              </a:rPr>
              <a:t>marseille.fr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9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paris.fr"/>
              </a:rPr>
              <a:t>paris.fr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78918" y="3012758"/>
            <a:ext cx="5495925" cy="6181725"/>
            <a:chOff x="0" y="0"/>
            <a:chExt cx="7327900" cy="824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040880" y="0"/>
                  </a:lnTo>
                  <a:cubicBezTo>
                    <a:pt x="7192391" y="0"/>
                    <a:pt x="7315200" y="122809"/>
                    <a:pt x="7315200" y="274320"/>
                  </a:cubicBezTo>
                  <a:lnTo>
                    <a:pt x="7315200" y="7955280"/>
                  </a:lnTo>
                  <a:cubicBezTo>
                    <a:pt x="7315200" y="8106791"/>
                    <a:pt x="7192391" y="8229600"/>
                    <a:pt x="7040880" y="8229600"/>
                  </a:cubicBezTo>
                  <a:lnTo>
                    <a:pt x="274320" y="8229600"/>
                  </a:lnTo>
                  <a:cubicBezTo>
                    <a:pt x="122809" y="8229600"/>
                    <a:pt x="0" y="8106791"/>
                    <a:pt x="0" y="795528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79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7327900">
                  <a:moveTo>
                    <a:pt x="0" y="280670"/>
                  </a:moveTo>
                  <a:cubicBezTo>
                    <a:pt x="0" y="125730"/>
                    <a:pt x="125603" y="0"/>
                    <a:pt x="280670" y="0"/>
                  </a:cubicBezTo>
                  <a:lnTo>
                    <a:pt x="7047230" y="0"/>
                  </a:lnTo>
                  <a:lnTo>
                    <a:pt x="7047230" y="6350"/>
                  </a:lnTo>
                  <a:lnTo>
                    <a:pt x="7047230" y="0"/>
                  </a:lnTo>
                  <a:cubicBezTo>
                    <a:pt x="7202297" y="0"/>
                    <a:pt x="7327900" y="125730"/>
                    <a:pt x="7327900" y="280670"/>
                  </a:cubicBezTo>
                  <a:lnTo>
                    <a:pt x="7321550" y="280670"/>
                  </a:lnTo>
                  <a:lnTo>
                    <a:pt x="7327900" y="280670"/>
                  </a:lnTo>
                  <a:lnTo>
                    <a:pt x="7327900" y="7961630"/>
                  </a:lnTo>
                  <a:lnTo>
                    <a:pt x="7321550" y="7961630"/>
                  </a:lnTo>
                  <a:lnTo>
                    <a:pt x="7327900" y="7961630"/>
                  </a:lnTo>
                  <a:cubicBezTo>
                    <a:pt x="7327900" y="8116698"/>
                    <a:pt x="7202297" y="8242300"/>
                    <a:pt x="7047230" y="8242300"/>
                  </a:cubicBezTo>
                  <a:lnTo>
                    <a:pt x="7047230" y="8235950"/>
                  </a:lnTo>
                  <a:lnTo>
                    <a:pt x="7047230" y="8242300"/>
                  </a:lnTo>
                  <a:lnTo>
                    <a:pt x="280670" y="8242300"/>
                  </a:lnTo>
                  <a:lnTo>
                    <a:pt x="280670" y="8235950"/>
                  </a:lnTo>
                  <a:lnTo>
                    <a:pt x="280670" y="8242300"/>
                  </a:lnTo>
                  <a:cubicBezTo>
                    <a:pt x="125603" y="8242300"/>
                    <a:pt x="0" y="8116570"/>
                    <a:pt x="0" y="7961630"/>
                  </a:cubicBezTo>
                  <a:lnTo>
                    <a:pt x="0" y="280670"/>
                  </a:lnTo>
                  <a:lnTo>
                    <a:pt x="6350" y="280670"/>
                  </a:lnTo>
                  <a:lnTo>
                    <a:pt x="0" y="280670"/>
                  </a:lnTo>
                  <a:moveTo>
                    <a:pt x="12700" y="280670"/>
                  </a:moveTo>
                  <a:lnTo>
                    <a:pt x="12700" y="7961630"/>
                  </a:lnTo>
                  <a:lnTo>
                    <a:pt x="6350" y="7961630"/>
                  </a:lnTo>
                  <a:lnTo>
                    <a:pt x="12700" y="7961630"/>
                  </a:lnTo>
                  <a:cubicBezTo>
                    <a:pt x="12700" y="8109585"/>
                    <a:pt x="132715" y="8229600"/>
                    <a:pt x="280670" y="8229600"/>
                  </a:cubicBezTo>
                  <a:lnTo>
                    <a:pt x="7047230" y="8229600"/>
                  </a:lnTo>
                  <a:cubicBezTo>
                    <a:pt x="7195186" y="8229600"/>
                    <a:pt x="7315200" y="8109585"/>
                    <a:pt x="7315200" y="7961630"/>
                  </a:cubicBezTo>
                  <a:lnTo>
                    <a:pt x="7315200" y="280670"/>
                  </a:lnTo>
                  <a:cubicBezTo>
                    <a:pt x="7315200" y="132715"/>
                    <a:pt x="7195185" y="12700"/>
                    <a:pt x="7047230" y="12700"/>
                  </a:cubicBezTo>
                  <a:lnTo>
                    <a:pt x="280670" y="12700"/>
                  </a:lnTo>
                  <a:lnTo>
                    <a:pt x="280670" y="6350"/>
                  </a:lnTo>
                  <a:lnTo>
                    <a:pt x="280670" y="12700"/>
                  </a:lnTo>
                  <a:cubicBezTo>
                    <a:pt x="132715" y="12700"/>
                    <a:pt x="12700" y="132715"/>
                    <a:pt x="12700" y="28067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95160" y="3291840"/>
            <a:ext cx="1371600" cy="548640"/>
            <a:chOff x="0" y="0"/>
            <a:chExt cx="1828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F4D3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95160" y="4114800"/>
            <a:ext cx="46634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Public &amp; </a:t>
            </a:r>
            <a:r>
              <a:rPr lang="en-US" sz="33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besoins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5160" y="5575935"/>
            <a:ext cx="46634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cible 18-40 ans : besoin de découvrir vite, filtrer, partager. Mobile-first essentiel.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39638" y="3012758"/>
            <a:ext cx="5495925" cy="6181725"/>
            <a:chOff x="0" y="0"/>
            <a:chExt cx="7327900" cy="8242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040880" y="0"/>
                  </a:lnTo>
                  <a:cubicBezTo>
                    <a:pt x="7192391" y="0"/>
                    <a:pt x="7315200" y="122809"/>
                    <a:pt x="7315200" y="274320"/>
                  </a:cubicBezTo>
                  <a:lnTo>
                    <a:pt x="7315200" y="7955280"/>
                  </a:lnTo>
                  <a:cubicBezTo>
                    <a:pt x="7315200" y="8106791"/>
                    <a:pt x="7192391" y="8229600"/>
                    <a:pt x="7040880" y="8229600"/>
                  </a:cubicBezTo>
                  <a:lnTo>
                    <a:pt x="274320" y="8229600"/>
                  </a:lnTo>
                  <a:cubicBezTo>
                    <a:pt x="122809" y="8229600"/>
                    <a:pt x="0" y="8106791"/>
                    <a:pt x="0" y="7955280"/>
                  </a:cubicBezTo>
                  <a:close/>
                </a:path>
              </a:pathLst>
            </a:custGeom>
            <a:solidFill>
              <a:srgbClr val="F4D35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79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7327900">
                  <a:moveTo>
                    <a:pt x="0" y="280670"/>
                  </a:moveTo>
                  <a:cubicBezTo>
                    <a:pt x="0" y="125730"/>
                    <a:pt x="125603" y="0"/>
                    <a:pt x="280670" y="0"/>
                  </a:cubicBezTo>
                  <a:lnTo>
                    <a:pt x="7047230" y="0"/>
                  </a:lnTo>
                  <a:lnTo>
                    <a:pt x="7047230" y="6350"/>
                  </a:lnTo>
                  <a:lnTo>
                    <a:pt x="7047230" y="0"/>
                  </a:lnTo>
                  <a:cubicBezTo>
                    <a:pt x="7202297" y="0"/>
                    <a:pt x="7327900" y="125730"/>
                    <a:pt x="7327900" y="280670"/>
                  </a:cubicBezTo>
                  <a:lnTo>
                    <a:pt x="7321550" y="280670"/>
                  </a:lnTo>
                  <a:lnTo>
                    <a:pt x="7327900" y="280670"/>
                  </a:lnTo>
                  <a:lnTo>
                    <a:pt x="7327900" y="7961630"/>
                  </a:lnTo>
                  <a:lnTo>
                    <a:pt x="7321550" y="7961630"/>
                  </a:lnTo>
                  <a:lnTo>
                    <a:pt x="7327900" y="7961630"/>
                  </a:lnTo>
                  <a:cubicBezTo>
                    <a:pt x="7327900" y="8116698"/>
                    <a:pt x="7202297" y="8242300"/>
                    <a:pt x="7047230" y="8242300"/>
                  </a:cubicBezTo>
                  <a:lnTo>
                    <a:pt x="7047230" y="8235950"/>
                  </a:lnTo>
                  <a:lnTo>
                    <a:pt x="7047230" y="8242300"/>
                  </a:lnTo>
                  <a:lnTo>
                    <a:pt x="280670" y="8242300"/>
                  </a:lnTo>
                  <a:lnTo>
                    <a:pt x="280670" y="8235950"/>
                  </a:lnTo>
                  <a:lnTo>
                    <a:pt x="280670" y="8242300"/>
                  </a:lnTo>
                  <a:cubicBezTo>
                    <a:pt x="125603" y="8242300"/>
                    <a:pt x="0" y="8116570"/>
                    <a:pt x="0" y="7961630"/>
                  </a:cubicBezTo>
                  <a:lnTo>
                    <a:pt x="0" y="280670"/>
                  </a:lnTo>
                  <a:lnTo>
                    <a:pt x="6350" y="280670"/>
                  </a:lnTo>
                  <a:lnTo>
                    <a:pt x="0" y="280670"/>
                  </a:lnTo>
                  <a:moveTo>
                    <a:pt x="12700" y="280670"/>
                  </a:moveTo>
                  <a:lnTo>
                    <a:pt x="12700" y="7961630"/>
                  </a:lnTo>
                  <a:lnTo>
                    <a:pt x="6350" y="7961630"/>
                  </a:lnTo>
                  <a:lnTo>
                    <a:pt x="12700" y="7961630"/>
                  </a:lnTo>
                  <a:cubicBezTo>
                    <a:pt x="12700" y="8109585"/>
                    <a:pt x="132715" y="8229600"/>
                    <a:pt x="280670" y="8229600"/>
                  </a:cubicBezTo>
                  <a:lnTo>
                    <a:pt x="7047230" y="8229600"/>
                  </a:lnTo>
                  <a:cubicBezTo>
                    <a:pt x="7195186" y="8229600"/>
                    <a:pt x="7315200" y="8109585"/>
                    <a:pt x="7315200" y="7961630"/>
                  </a:cubicBezTo>
                  <a:lnTo>
                    <a:pt x="7315200" y="280670"/>
                  </a:lnTo>
                  <a:cubicBezTo>
                    <a:pt x="7315200" y="132715"/>
                    <a:pt x="7195185" y="12700"/>
                    <a:pt x="7047230" y="12700"/>
                  </a:cubicBezTo>
                  <a:lnTo>
                    <a:pt x="280670" y="12700"/>
                  </a:lnTo>
                  <a:lnTo>
                    <a:pt x="280670" y="6350"/>
                  </a:lnTo>
                  <a:lnTo>
                    <a:pt x="280670" y="12700"/>
                  </a:lnTo>
                  <a:cubicBezTo>
                    <a:pt x="132715" y="12700"/>
                    <a:pt x="12700" y="132715"/>
                    <a:pt x="12700" y="28067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55880" y="3291840"/>
            <a:ext cx="1371600" cy="548640"/>
            <a:chOff x="0" y="0"/>
            <a:chExt cx="1828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82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55880" y="4114800"/>
            <a:ext cx="466344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Identité de marque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55880" y="5575935"/>
            <a:ext cx="46634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19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ne typographie sérif (Fraunces), d'une palette nature &amp; terracotta.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Inspiration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5763" y="1331992"/>
            <a:ext cx="164592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Croquis simple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2960" y="2331720"/>
            <a:ext cx="16459200" cy="685800"/>
            <a:chOff x="0" y="0"/>
            <a:chExt cx="2194560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945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5763" y="3017520"/>
            <a:ext cx="4819650" cy="7027545"/>
            <a:chOff x="0" y="0"/>
            <a:chExt cx="6426200" cy="93700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7061"/>
              <a:ext cx="6400800" cy="9335938"/>
            </a:xfrm>
            <a:custGeom>
              <a:avLst/>
              <a:gdLst/>
              <a:ahLst/>
              <a:cxnLst/>
              <a:rect r="r" b="b" t="t" l="l"/>
              <a:pathLst>
                <a:path h="9335938" w="6400800">
                  <a:moveTo>
                    <a:pt x="0" y="245683"/>
                  </a:moveTo>
                  <a:cubicBezTo>
                    <a:pt x="0" y="110046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110046"/>
                    <a:pt x="6400800" y="245683"/>
                  </a:cubicBezTo>
                  <a:lnTo>
                    <a:pt x="6400800" y="9090255"/>
                  </a:lnTo>
                  <a:cubicBezTo>
                    <a:pt x="6400800" y="9225893"/>
                    <a:pt x="6318885" y="9335938"/>
                    <a:pt x="6217920" y="9335938"/>
                  </a:cubicBezTo>
                  <a:lnTo>
                    <a:pt x="182880" y="9335938"/>
                  </a:lnTo>
                  <a:cubicBezTo>
                    <a:pt x="81915" y="9335938"/>
                    <a:pt x="0" y="9225893"/>
                    <a:pt x="0" y="9090255"/>
                  </a:cubicBezTo>
                  <a:close/>
                </a:path>
              </a:pathLst>
            </a:custGeom>
            <a:blipFill>
              <a:blip r:embed="rId3"/>
              <a:stretch>
                <a:fillRect l="-3224" t="-182" r="-3250" b="-106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-880237" y="0"/>
              <a:ext cx="7306437" cy="9351463"/>
            </a:xfrm>
            <a:custGeom>
              <a:avLst/>
              <a:gdLst/>
              <a:ahLst/>
              <a:cxnLst/>
              <a:rect r="r" b="b" t="t" l="l"/>
              <a:pathLst>
                <a:path h="9351463" w="7306437">
                  <a:moveTo>
                    <a:pt x="965581" y="45724"/>
                  </a:moveTo>
                  <a:cubicBezTo>
                    <a:pt x="987679" y="25421"/>
                    <a:pt x="1012952" y="11090"/>
                    <a:pt x="1040257" y="4265"/>
                  </a:cubicBezTo>
                  <a:lnTo>
                    <a:pt x="1044829" y="37876"/>
                  </a:lnTo>
                  <a:cubicBezTo>
                    <a:pt x="1021080" y="43677"/>
                    <a:pt x="998982" y="56302"/>
                    <a:pt x="979805" y="73875"/>
                  </a:cubicBezTo>
                  <a:close/>
                  <a:moveTo>
                    <a:pt x="1144016" y="0"/>
                  </a:moveTo>
                  <a:lnTo>
                    <a:pt x="1220216" y="0"/>
                  </a:lnTo>
                  <a:lnTo>
                    <a:pt x="1220216" y="34123"/>
                  </a:lnTo>
                  <a:lnTo>
                    <a:pt x="1144016" y="34123"/>
                  </a:lnTo>
                  <a:close/>
                  <a:moveTo>
                    <a:pt x="1321816" y="34123"/>
                  </a:moveTo>
                  <a:lnTo>
                    <a:pt x="1398016" y="34123"/>
                  </a:lnTo>
                  <a:lnTo>
                    <a:pt x="1321816" y="34123"/>
                  </a:lnTo>
                  <a:close/>
                  <a:moveTo>
                    <a:pt x="1499616" y="34123"/>
                  </a:moveTo>
                  <a:lnTo>
                    <a:pt x="1575816" y="34123"/>
                  </a:lnTo>
                  <a:lnTo>
                    <a:pt x="1499616" y="34123"/>
                  </a:lnTo>
                  <a:close/>
                  <a:moveTo>
                    <a:pt x="1677416" y="34123"/>
                  </a:moveTo>
                  <a:lnTo>
                    <a:pt x="1753616" y="34123"/>
                  </a:lnTo>
                  <a:lnTo>
                    <a:pt x="1677416" y="34123"/>
                  </a:lnTo>
                  <a:close/>
                  <a:moveTo>
                    <a:pt x="1855216" y="34123"/>
                  </a:moveTo>
                  <a:lnTo>
                    <a:pt x="1931416" y="34123"/>
                  </a:lnTo>
                  <a:lnTo>
                    <a:pt x="1855216" y="34123"/>
                  </a:lnTo>
                  <a:close/>
                  <a:moveTo>
                    <a:pt x="2033016" y="34123"/>
                  </a:moveTo>
                  <a:lnTo>
                    <a:pt x="2109216" y="34123"/>
                  </a:lnTo>
                  <a:lnTo>
                    <a:pt x="2033016" y="34123"/>
                  </a:lnTo>
                  <a:close/>
                  <a:moveTo>
                    <a:pt x="2210816" y="34123"/>
                  </a:moveTo>
                  <a:lnTo>
                    <a:pt x="2287016" y="34123"/>
                  </a:lnTo>
                  <a:lnTo>
                    <a:pt x="2210816" y="34123"/>
                  </a:lnTo>
                  <a:close/>
                  <a:moveTo>
                    <a:pt x="2388616" y="34123"/>
                  </a:moveTo>
                  <a:lnTo>
                    <a:pt x="2464816" y="34123"/>
                  </a:lnTo>
                  <a:lnTo>
                    <a:pt x="2388616" y="34123"/>
                  </a:lnTo>
                  <a:close/>
                  <a:moveTo>
                    <a:pt x="2566416" y="34123"/>
                  </a:moveTo>
                  <a:lnTo>
                    <a:pt x="2642616" y="34123"/>
                  </a:lnTo>
                  <a:lnTo>
                    <a:pt x="2566416" y="34123"/>
                  </a:lnTo>
                  <a:close/>
                  <a:moveTo>
                    <a:pt x="2744216" y="34123"/>
                  </a:moveTo>
                  <a:lnTo>
                    <a:pt x="2820416" y="34123"/>
                  </a:lnTo>
                  <a:lnTo>
                    <a:pt x="2744216" y="34123"/>
                  </a:lnTo>
                  <a:close/>
                  <a:moveTo>
                    <a:pt x="2922016" y="34123"/>
                  </a:moveTo>
                  <a:lnTo>
                    <a:pt x="2998216" y="34123"/>
                  </a:lnTo>
                  <a:lnTo>
                    <a:pt x="2922016" y="34123"/>
                  </a:lnTo>
                  <a:close/>
                  <a:moveTo>
                    <a:pt x="3099816" y="34123"/>
                  </a:moveTo>
                  <a:lnTo>
                    <a:pt x="3176016" y="34123"/>
                  </a:lnTo>
                  <a:lnTo>
                    <a:pt x="3099816" y="34123"/>
                  </a:lnTo>
                  <a:close/>
                  <a:moveTo>
                    <a:pt x="3277616" y="34123"/>
                  </a:moveTo>
                  <a:lnTo>
                    <a:pt x="3353816" y="34123"/>
                  </a:lnTo>
                  <a:lnTo>
                    <a:pt x="3277616" y="34123"/>
                  </a:lnTo>
                  <a:close/>
                  <a:moveTo>
                    <a:pt x="3455416" y="34123"/>
                  </a:moveTo>
                  <a:lnTo>
                    <a:pt x="3531616" y="34123"/>
                  </a:lnTo>
                  <a:lnTo>
                    <a:pt x="3455416" y="34123"/>
                  </a:lnTo>
                  <a:close/>
                  <a:moveTo>
                    <a:pt x="3633216" y="34123"/>
                  </a:moveTo>
                  <a:lnTo>
                    <a:pt x="3709416" y="34123"/>
                  </a:lnTo>
                  <a:lnTo>
                    <a:pt x="3633216" y="34123"/>
                  </a:lnTo>
                  <a:close/>
                  <a:moveTo>
                    <a:pt x="3811016" y="34123"/>
                  </a:moveTo>
                  <a:lnTo>
                    <a:pt x="3887216" y="34123"/>
                  </a:lnTo>
                  <a:lnTo>
                    <a:pt x="3811016" y="34123"/>
                  </a:lnTo>
                  <a:close/>
                  <a:moveTo>
                    <a:pt x="3988816" y="34123"/>
                  </a:moveTo>
                  <a:lnTo>
                    <a:pt x="4065016" y="34123"/>
                  </a:lnTo>
                  <a:lnTo>
                    <a:pt x="3988816" y="34123"/>
                  </a:lnTo>
                  <a:close/>
                  <a:moveTo>
                    <a:pt x="4166616" y="34123"/>
                  </a:moveTo>
                  <a:lnTo>
                    <a:pt x="4242816" y="34123"/>
                  </a:lnTo>
                  <a:lnTo>
                    <a:pt x="4166616" y="34123"/>
                  </a:lnTo>
                  <a:close/>
                  <a:moveTo>
                    <a:pt x="4344416" y="34123"/>
                  </a:moveTo>
                  <a:lnTo>
                    <a:pt x="4420616" y="34123"/>
                  </a:lnTo>
                  <a:lnTo>
                    <a:pt x="4344416" y="34123"/>
                  </a:lnTo>
                  <a:close/>
                  <a:moveTo>
                    <a:pt x="4522216" y="34123"/>
                  </a:moveTo>
                  <a:lnTo>
                    <a:pt x="4598416" y="34123"/>
                  </a:lnTo>
                  <a:lnTo>
                    <a:pt x="4522216" y="34123"/>
                  </a:lnTo>
                  <a:close/>
                  <a:moveTo>
                    <a:pt x="4700016" y="34123"/>
                  </a:moveTo>
                  <a:lnTo>
                    <a:pt x="4776216" y="34123"/>
                  </a:lnTo>
                  <a:lnTo>
                    <a:pt x="4700016" y="34123"/>
                  </a:lnTo>
                  <a:close/>
                  <a:moveTo>
                    <a:pt x="4877816" y="34123"/>
                  </a:moveTo>
                  <a:lnTo>
                    <a:pt x="4954016" y="34123"/>
                  </a:lnTo>
                  <a:lnTo>
                    <a:pt x="4877816" y="34123"/>
                  </a:lnTo>
                  <a:close/>
                  <a:moveTo>
                    <a:pt x="5055616" y="34123"/>
                  </a:moveTo>
                  <a:lnTo>
                    <a:pt x="5131816" y="34123"/>
                  </a:lnTo>
                  <a:lnTo>
                    <a:pt x="5055616" y="34123"/>
                  </a:lnTo>
                  <a:close/>
                  <a:moveTo>
                    <a:pt x="5233416" y="34123"/>
                  </a:moveTo>
                  <a:lnTo>
                    <a:pt x="5309616" y="34123"/>
                  </a:lnTo>
                  <a:lnTo>
                    <a:pt x="5233416" y="34123"/>
                  </a:lnTo>
                  <a:close/>
                  <a:moveTo>
                    <a:pt x="5411216" y="34123"/>
                  </a:moveTo>
                  <a:lnTo>
                    <a:pt x="5487416" y="34123"/>
                  </a:lnTo>
                  <a:lnTo>
                    <a:pt x="5411216" y="34123"/>
                  </a:lnTo>
                  <a:close/>
                  <a:moveTo>
                    <a:pt x="5589016" y="34123"/>
                  </a:moveTo>
                  <a:lnTo>
                    <a:pt x="5665216" y="34123"/>
                  </a:lnTo>
                  <a:lnTo>
                    <a:pt x="5589016" y="34123"/>
                  </a:lnTo>
                  <a:close/>
                  <a:moveTo>
                    <a:pt x="5766816" y="34123"/>
                  </a:moveTo>
                  <a:lnTo>
                    <a:pt x="5843016" y="34123"/>
                  </a:lnTo>
                  <a:lnTo>
                    <a:pt x="5766816" y="34123"/>
                  </a:lnTo>
                  <a:close/>
                  <a:moveTo>
                    <a:pt x="5944616" y="34123"/>
                  </a:moveTo>
                  <a:lnTo>
                    <a:pt x="6020816" y="34123"/>
                  </a:lnTo>
                  <a:lnTo>
                    <a:pt x="5944616" y="34123"/>
                  </a:lnTo>
                  <a:close/>
                  <a:moveTo>
                    <a:pt x="6122416" y="34123"/>
                  </a:moveTo>
                  <a:lnTo>
                    <a:pt x="6198616" y="34123"/>
                  </a:lnTo>
                  <a:lnTo>
                    <a:pt x="6122416" y="34123"/>
                  </a:lnTo>
                  <a:close/>
                  <a:moveTo>
                    <a:pt x="6300216" y="34123"/>
                  </a:moveTo>
                  <a:lnTo>
                    <a:pt x="6376416" y="34123"/>
                  </a:lnTo>
                  <a:lnTo>
                    <a:pt x="6300216" y="34123"/>
                  </a:lnTo>
                  <a:close/>
                  <a:moveTo>
                    <a:pt x="6478016" y="34123"/>
                  </a:moveTo>
                  <a:lnTo>
                    <a:pt x="6554216" y="34123"/>
                  </a:lnTo>
                  <a:lnTo>
                    <a:pt x="6478016" y="34123"/>
                  </a:lnTo>
                  <a:close/>
                  <a:moveTo>
                    <a:pt x="6655816" y="34123"/>
                  </a:moveTo>
                  <a:lnTo>
                    <a:pt x="6732016" y="34123"/>
                  </a:lnTo>
                  <a:lnTo>
                    <a:pt x="6655816" y="34123"/>
                  </a:lnTo>
                  <a:close/>
                  <a:moveTo>
                    <a:pt x="6833616" y="34123"/>
                  </a:moveTo>
                  <a:lnTo>
                    <a:pt x="6909816" y="34123"/>
                  </a:lnTo>
                  <a:lnTo>
                    <a:pt x="6833616" y="34123"/>
                  </a:lnTo>
                  <a:close/>
                  <a:moveTo>
                    <a:pt x="7011416" y="34123"/>
                  </a:moveTo>
                  <a:lnTo>
                    <a:pt x="7087616" y="34123"/>
                  </a:lnTo>
                  <a:lnTo>
                    <a:pt x="7011416" y="34123"/>
                  </a:lnTo>
                  <a:close/>
                  <a:moveTo>
                    <a:pt x="7192137" y="57838"/>
                  </a:moveTo>
                  <a:cubicBezTo>
                    <a:pt x="7217029" y="73193"/>
                    <a:pt x="7239127" y="95373"/>
                    <a:pt x="7257161" y="122500"/>
                  </a:cubicBezTo>
                  <a:lnTo>
                    <a:pt x="7238111" y="145192"/>
                  </a:lnTo>
                  <a:cubicBezTo>
                    <a:pt x="7222490" y="121476"/>
                    <a:pt x="7203186" y="102197"/>
                    <a:pt x="7181596" y="88889"/>
                  </a:cubicBezTo>
                  <a:close/>
                  <a:moveTo>
                    <a:pt x="7292975" y="283388"/>
                  </a:moveTo>
                  <a:cubicBezTo>
                    <a:pt x="7294880" y="297890"/>
                    <a:pt x="7295769" y="312733"/>
                    <a:pt x="7295769" y="328089"/>
                  </a:cubicBezTo>
                  <a:lnTo>
                    <a:pt x="7283069" y="328089"/>
                  </a:lnTo>
                  <a:lnTo>
                    <a:pt x="7295769" y="328089"/>
                  </a:lnTo>
                  <a:lnTo>
                    <a:pt x="7295769" y="388656"/>
                  </a:lnTo>
                  <a:lnTo>
                    <a:pt x="7270369" y="388656"/>
                  </a:lnTo>
                  <a:lnTo>
                    <a:pt x="7270369" y="262744"/>
                  </a:lnTo>
                  <a:cubicBezTo>
                    <a:pt x="7270369" y="249436"/>
                    <a:pt x="7269480" y="236469"/>
                    <a:pt x="7267956" y="223844"/>
                  </a:cubicBezTo>
                  <a:close/>
                  <a:moveTo>
                    <a:pt x="7306437" y="459802"/>
                  </a:moveTo>
                  <a:lnTo>
                    <a:pt x="7306437" y="562170"/>
                  </a:lnTo>
                  <a:lnTo>
                    <a:pt x="7281037" y="562170"/>
                  </a:lnTo>
                  <a:lnTo>
                    <a:pt x="7281037" y="459802"/>
                  </a:lnTo>
                  <a:close/>
                  <a:moveTo>
                    <a:pt x="7281037" y="698660"/>
                  </a:moveTo>
                  <a:lnTo>
                    <a:pt x="7281037" y="801028"/>
                  </a:lnTo>
                  <a:lnTo>
                    <a:pt x="7255637" y="801028"/>
                  </a:lnTo>
                  <a:lnTo>
                    <a:pt x="7255637" y="698660"/>
                  </a:lnTo>
                  <a:close/>
                  <a:moveTo>
                    <a:pt x="7255637" y="937518"/>
                  </a:moveTo>
                  <a:lnTo>
                    <a:pt x="7255637" y="1039886"/>
                  </a:lnTo>
                  <a:lnTo>
                    <a:pt x="7230237" y="1039886"/>
                  </a:lnTo>
                  <a:lnTo>
                    <a:pt x="7230237" y="937518"/>
                  </a:lnTo>
                  <a:close/>
                  <a:moveTo>
                    <a:pt x="7230237" y="1176376"/>
                  </a:moveTo>
                  <a:lnTo>
                    <a:pt x="7230237" y="1278744"/>
                  </a:lnTo>
                  <a:lnTo>
                    <a:pt x="7204837" y="1278744"/>
                  </a:lnTo>
                  <a:lnTo>
                    <a:pt x="7204837" y="1176376"/>
                  </a:lnTo>
                  <a:close/>
                  <a:moveTo>
                    <a:pt x="7204837" y="1415234"/>
                  </a:moveTo>
                  <a:lnTo>
                    <a:pt x="7204837" y="1517602"/>
                  </a:lnTo>
                  <a:lnTo>
                    <a:pt x="7179437" y="1517602"/>
                  </a:lnTo>
                  <a:lnTo>
                    <a:pt x="7179437" y="1415234"/>
                  </a:lnTo>
                  <a:close/>
                  <a:moveTo>
                    <a:pt x="7179437" y="1654092"/>
                  </a:moveTo>
                  <a:lnTo>
                    <a:pt x="7179437" y="1756460"/>
                  </a:lnTo>
                  <a:lnTo>
                    <a:pt x="7154037" y="1756460"/>
                  </a:lnTo>
                  <a:lnTo>
                    <a:pt x="7154037" y="1654092"/>
                  </a:lnTo>
                  <a:close/>
                  <a:moveTo>
                    <a:pt x="7154037" y="1892950"/>
                  </a:moveTo>
                  <a:lnTo>
                    <a:pt x="7154037" y="1995318"/>
                  </a:lnTo>
                  <a:lnTo>
                    <a:pt x="7128637" y="1995318"/>
                  </a:lnTo>
                  <a:lnTo>
                    <a:pt x="7128637" y="1892950"/>
                  </a:lnTo>
                  <a:close/>
                  <a:moveTo>
                    <a:pt x="7128637" y="2131808"/>
                  </a:moveTo>
                  <a:lnTo>
                    <a:pt x="7128637" y="2234176"/>
                  </a:lnTo>
                  <a:lnTo>
                    <a:pt x="7103237" y="2234176"/>
                  </a:lnTo>
                  <a:lnTo>
                    <a:pt x="7103237" y="2131808"/>
                  </a:lnTo>
                  <a:close/>
                  <a:moveTo>
                    <a:pt x="7103237" y="2370666"/>
                  </a:moveTo>
                  <a:lnTo>
                    <a:pt x="7103237" y="2473034"/>
                  </a:lnTo>
                  <a:lnTo>
                    <a:pt x="7077837" y="2473034"/>
                  </a:lnTo>
                  <a:lnTo>
                    <a:pt x="7077837" y="2370666"/>
                  </a:lnTo>
                  <a:close/>
                  <a:moveTo>
                    <a:pt x="7077837" y="2609524"/>
                  </a:moveTo>
                  <a:lnTo>
                    <a:pt x="7077837" y="2711892"/>
                  </a:lnTo>
                  <a:lnTo>
                    <a:pt x="7052437" y="2711892"/>
                  </a:lnTo>
                  <a:lnTo>
                    <a:pt x="7052437" y="2609524"/>
                  </a:lnTo>
                  <a:close/>
                  <a:moveTo>
                    <a:pt x="7052437" y="2848382"/>
                  </a:moveTo>
                  <a:lnTo>
                    <a:pt x="7052437" y="2950750"/>
                  </a:lnTo>
                  <a:lnTo>
                    <a:pt x="7027037" y="2950750"/>
                  </a:lnTo>
                  <a:lnTo>
                    <a:pt x="7027037" y="2848382"/>
                  </a:lnTo>
                  <a:close/>
                  <a:moveTo>
                    <a:pt x="7027037" y="3087240"/>
                  </a:moveTo>
                  <a:lnTo>
                    <a:pt x="7027037" y="3189608"/>
                  </a:lnTo>
                  <a:lnTo>
                    <a:pt x="7001637" y="3189608"/>
                  </a:lnTo>
                  <a:lnTo>
                    <a:pt x="7001637" y="3087240"/>
                  </a:lnTo>
                  <a:close/>
                  <a:moveTo>
                    <a:pt x="7001637" y="3326098"/>
                  </a:moveTo>
                  <a:lnTo>
                    <a:pt x="7001637" y="3428466"/>
                  </a:lnTo>
                  <a:lnTo>
                    <a:pt x="6976237" y="3428466"/>
                  </a:lnTo>
                  <a:lnTo>
                    <a:pt x="6976237" y="3326098"/>
                  </a:lnTo>
                  <a:close/>
                  <a:moveTo>
                    <a:pt x="6976237" y="3564956"/>
                  </a:moveTo>
                  <a:lnTo>
                    <a:pt x="6976237" y="3667324"/>
                  </a:lnTo>
                  <a:lnTo>
                    <a:pt x="6950837" y="3667324"/>
                  </a:lnTo>
                  <a:lnTo>
                    <a:pt x="6950837" y="3564956"/>
                  </a:lnTo>
                  <a:close/>
                  <a:moveTo>
                    <a:pt x="6950837" y="3803814"/>
                  </a:moveTo>
                  <a:lnTo>
                    <a:pt x="6950837" y="3906182"/>
                  </a:lnTo>
                  <a:lnTo>
                    <a:pt x="6925437" y="3906182"/>
                  </a:lnTo>
                  <a:lnTo>
                    <a:pt x="6925437" y="3803814"/>
                  </a:lnTo>
                  <a:close/>
                  <a:moveTo>
                    <a:pt x="6925437" y="4042672"/>
                  </a:moveTo>
                  <a:lnTo>
                    <a:pt x="6925437" y="4145040"/>
                  </a:lnTo>
                  <a:lnTo>
                    <a:pt x="6900037" y="4145040"/>
                  </a:lnTo>
                  <a:lnTo>
                    <a:pt x="6900037" y="4042672"/>
                  </a:lnTo>
                  <a:close/>
                  <a:moveTo>
                    <a:pt x="6900037" y="4281531"/>
                  </a:moveTo>
                  <a:lnTo>
                    <a:pt x="6900037" y="4383898"/>
                  </a:lnTo>
                  <a:lnTo>
                    <a:pt x="6874637" y="4383898"/>
                  </a:lnTo>
                  <a:lnTo>
                    <a:pt x="6874637" y="4281531"/>
                  </a:lnTo>
                  <a:close/>
                  <a:moveTo>
                    <a:pt x="6874637" y="4520389"/>
                  </a:moveTo>
                  <a:lnTo>
                    <a:pt x="6874637" y="4622757"/>
                  </a:lnTo>
                  <a:lnTo>
                    <a:pt x="6849237" y="4622757"/>
                  </a:lnTo>
                  <a:lnTo>
                    <a:pt x="6849237" y="4520389"/>
                  </a:lnTo>
                  <a:close/>
                  <a:moveTo>
                    <a:pt x="6849237" y="4759247"/>
                  </a:moveTo>
                  <a:lnTo>
                    <a:pt x="6849237" y="4861614"/>
                  </a:lnTo>
                  <a:lnTo>
                    <a:pt x="6823837" y="4861614"/>
                  </a:lnTo>
                  <a:lnTo>
                    <a:pt x="6823837" y="4759247"/>
                  </a:lnTo>
                  <a:close/>
                  <a:moveTo>
                    <a:pt x="6823837" y="4998105"/>
                  </a:moveTo>
                  <a:lnTo>
                    <a:pt x="6823837" y="5100473"/>
                  </a:lnTo>
                  <a:lnTo>
                    <a:pt x="6798437" y="5100473"/>
                  </a:lnTo>
                  <a:lnTo>
                    <a:pt x="6798437" y="4998105"/>
                  </a:lnTo>
                  <a:close/>
                  <a:moveTo>
                    <a:pt x="6798437" y="5236963"/>
                  </a:moveTo>
                  <a:lnTo>
                    <a:pt x="6798437" y="5339331"/>
                  </a:lnTo>
                  <a:lnTo>
                    <a:pt x="6773037" y="5339331"/>
                  </a:lnTo>
                  <a:lnTo>
                    <a:pt x="6773037" y="5236963"/>
                  </a:lnTo>
                  <a:close/>
                  <a:moveTo>
                    <a:pt x="6773037" y="5475821"/>
                  </a:moveTo>
                  <a:lnTo>
                    <a:pt x="6773037" y="5578189"/>
                  </a:lnTo>
                  <a:lnTo>
                    <a:pt x="6747637" y="5578189"/>
                  </a:lnTo>
                  <a:lnTo>
                    <a:pt x="6747637" y="5475821"/>
                  </a:lnTo>
                  <a:close/>
                  <a:moveTo>
                    <a:pt x="6747637" y="5714679"/>
                  </a:moveTo>
                  <a:lnTo>
                    <a:pt x="6747637" y="5817047"/>
                  </a:lnTo>
                  <a:lnTo>
                    <a:pt x="6722237" y="5817047"/>
                  </a:lnTo>
                  <a:lnTo>
                    <a:pt x="6722237" y="5714679"/>
                  </a:lnTo>
                  <a:close/>
                  <a:moveTo>
                    <a:pt x="6722237" y="5953537"/>
                  </a:moveTo>
                  <a:lnTo>
                    <a:pt x="6722237" y="6055905"/>
                  </a:lnTo>
                  <a:lnTo>
                    <a:pt x="6696837" y="6055905"/>
                  </a:lnTo>
                  <a:lnTo>
                    <a:pt x="6696837" y="5953537"/>
                  </a:lnTo>
                  <a:close/>
                  <a:moveTo>
                    <a:pt x="6696837" y="6192395"/>
                  </a:moveTo>
                  <a:lnTo>
                    <a:pt x="6696837" y="6294763"/>
                  </a:lnTo>
                  <a:lnTo>
                    <a:pt x="6671437" y="6294763"/>
                  </a:lnTo>
                  <a:lnTo>
                    <a:pt x="6671437" y="6192395"/>
                  </a:lnTo>
                  <a:close/>
                  <a:moveTo>
                    <a:pt x="6671437" y="6431253"/>
                  </a:moveTo>
                  <a:lnTo>
                    <a:pt x="6671437" y="6533621"/>
                  </a:lnTo>
                  <a:lnTo>
                    <a:pt x="6646037" y="6533621"/>
                  </a:lnTo>
                  <a:lnTo>
                    <a:pt x="6646037" y="6431253"/>
                  </a:lnTo>
                  <a:close/>
                  <a:moveTo>
                    <a:pt x="6646037" y="6670111"/>
                  </a:moveTo>
                  <a:lnTo>
                    <a:pt x="6646037" y="6772479"/>
                  </a:lnTo>
                  <a:lnTo>
                    <a:pt x="6620637" y="6772479"/>
                  </a:lnTo>
                  <a:lnTo>
                    <a:pt x="6620637" y="6670111"/>
                  </a:lnTo>
                  <a:close/>
                  <a:moveTo>
                    <a:pt x="6620637" y="6908969"/>
                  </a:moveTo>
                  <a:lnTo>
                    <a:pt x="6620637" y="7011337"/>
                  </a:lnTo>
                  <a:lnTo>
                    <a:pt x="6595237" y="7011337"/>
                  </a:lnTo>
                  <a:lnTo>
                    <a:pt x="6595237" y="6908969"/>
                  </a:lnTo>
                  <a:close/>
                  <a:moveTo>
                    <a:pt x="6595237" y="7147827"/>
                  </a:moveTo>
                  <a:lnTo>
                    <a:pt x="6595237" y="7250195"/>
                  </a:lnTo>
                  <a:lnTo>
                    <a:pt x="6569837" y="7250195"/>
                  </a:lnTo>
                  <a:lnTo>
                    <a:pt x="6569837" y="7147827"/>
                  </a:lnTo>
                  <a:close/>
                  <a:moveTo>
                    <a:pt x="6569837" y="7386686"/>
                  </a:moveTo>
                  <a:lnTo>
                    <a:pt x="6569837" y="7489053"/>
                  </a:lnTo>
                  <a:lnTo>
                    <a:pt x="6544437" y="7489053"/>
                  </a:lnTo>
                  <a:lnTo>
                    <a:pt x="6544437" y="7386686"/>
                  </a:lnTo>
                  <a:close/>
                  <a:moveTo>
                    <a:pt x="6544437" y="7625543"/>
                  </a:moveTo>
                  <a:lnTo>
                    <a:pt x="6544437" y="7727911"/>
                  </a:lnTo>
                  <a:lnTo>
                    <a:pt x="6519037" y="7727911"/>
                  </a:lnTo>
                  <a:lnTo>
                    <a:pt x="6519037" y="7625543"/>
                  </a:lnTo>
                  <a:close/>
                  <a:moveTo>
                    <a:pt x="6519037" y="7864401"/>
                  </a:moveTo>
                  <a:lnTo>
                    <a:pt x="6519037" y="7966770"/>
                  </a:lnTo>
                  <a:lnTo>
                    <a:pt x="6493637" y="7966770"/>
                  </a:lnTo>
                  <a:lnTo>
                    <a:pt x="6493637" y="7864401"/>
                  </a:lnTo>
                  <a:close/>
                  <a:moveTo>
                    <a:pt x="6493637" y="8103260"/>
                  </a:moveTo>
                  <a:lnTo>
                    <a:pt x="6493637" y="8205627"/>
                  </a:lnTo>
                  <a:lnTo>
                    <a:pt x="6468237" y="8205627"/>
                  </a:lnTo>
                  <a:lnTo>
                    <a:pt x="6468237" y="8103260"/>
                  </a:lnTo>
                  <a:close/>
                  <a:moveTo>
                    <a:pt x="6468237" y="8342117"/>
                  </a:moveTo>
                  <a:lnTo>
                    <a:pt x="6468237" y="8444485"/>
                  </a:lnTo>
                  <a:lnTo>
                    <a:pt x="6442837" y="8444485"/>
                  </a:lnTo>
                  <a:lnTo>
                    <a:pt x="6442837" y="8342117"/>
                  </a:lnTo>
                  <a:close/>
                  <a:moveTo>
                    <a:pt x="6442837" y="8580975"/>
                  </a:moveTo>
                  <a:lnTo>
                    <a:pt x="6442837" y="8683344"/>
                  </a:lnTo>
                  <a:lnTo>
                    <a:pt x="6417437" y="8683344"/>
                  </a:lnTo>
                  <a:lnTo>
                    <a:pt x="6417437" y="8580975"/>
                  </a:lnTo>
                  <a:close/>
                  <a:moveTo>
                    <a:pt x="6417437" y="8819834"/>
                  </a:moveTo>
                  <a:lnTo>
                    <a:pt x="6417437" y="8922201"/>
                  </a:lnTo>
                  <a:lnTo>
                    <a:pt x="6392037" y="8922201"/>
                  </a:lnTo>
                  <a:lnTo>
                    <a:pt x="6392037" y="8819834"/>
                  </a:lnTo>
                  <a:close/>
                  <a:moveTo>
                    <a:pt x="6392037" y="9058692"/>
                  </a:moveTo>
                  <a:lnTo>
                    <a:pt x="6392037" y="9107145"/>
                  </a:lnTo>
                  <a:lnTo>
                    <a:pt x="6379337" y="9107145"/>
                  </a:lnTo>
                  <a:lnTo>
                    <a:pt x="6392037" y="9107145"/>
                  </a:lnTo>
                  <a:cubicBezTo>
                    <a:pt x="6392037" y="9126766"/>
                    <a:pt x="6390386" y="9145874"/>
                    <a:pt x="6387338" y="9164301"/>
                  </a:cubicBezTo>
                  <a:lnTo>
                    <a:pt x="6362573" y="9156965"/>
                  </a:lnTo>
                  <a:cubicBezTo>
                    <a:pt x="6365240" y="9140927"/>
                    <a:pt x="6366637" y="9124377"/>
                    <a:pt x="6366637" y="9107145"/>
                  </a:cubicBezTo>
                  <a:lnTo>
                    <a:pt x="6366637" y="9058692"/>
                  </a:lnTo>
                  <a:close/>
                  <a:moveTo>
                    <a:pt x="6310884" y="9291066"/>
                  </a:moveTo>
                  <a:cubicBezTo>
                    <a:pt x="6291961" y="9317000"/>
                    <a:pt x="6269101" y="9337643"/>
                    <a:pt x="6243701" y="9351463"/>
                  </a:cubicBezTo>
                  <a:lnTo>
                    <a:pt x="6234303" y="9319730"/>
                  </a:lnTo>
                  <a:cubicBezTo>
                    <a:pt x="6256528" y="9307786"/>
                    <a:pt x="6276340" y="9289872"/>
                    <a:pt x="6292850" y="9267180"/>
                  </a:cubicBezTo>
                  <a:close/>
                  <a:moveTo>
                    <a:pt x="6120892" y="9346174"/>
                  </a:moveTo>
                  <a:lnTo>
                    <a:pt x="6044692" y="9346174"/>
                  </a:lnTo>
                  <a:lnTo>
                    <a:pt x="6044692" y="9312052"/>
                  </a:lnTo>
                  <a:lnTo>
                    <a:pt x="6120892" y="9312052"/>
                  </a:lnTo>
                  <a:close/>
                  <a:moveTo>
                    <a:pt x="5943092" y="9312052"/>
                  </a:moveTo>
                  <a:lnTo>
                    <a:pt x="5866892" y="9312052"/>
                  </a:lnTo>
                  <a:lnTo>
                    <a:pt x="5866892" y="9277929"/>
                  </a:lnTo>
                  <a:lnTo>
                    <a:pt x="5943092" y="9277929"/>
                  </a:lnTo>
                  <a:close/>
                  <a:moveTo>
                    <a:pt x="5765292" y="9277929"/>
                  </a:moveTo>
                  <a:lnTo>
                    <a:pt x="5689092" y="9277929"/>
                  </a:lnTo>
                  <a:lnTo>
                    <a:pt x="5689092" y="9243806"/>
                  </a:lnTo>
                  <a:lnTo>
                    <a:pt x="5765292" y="9243806"/>
                  </a:lnTo>
                  <a:close/>
                  <a:moveTo>
                    <a:pt x="5587492" y="9243806"/>
                  </a:moveTo>
                  <a:lnTo>
                    <a:pt x="5511292" y="9243806"/>
                  </a:lnTo>
                  <a:lnTo>
                    <a:pt x="5511292" y="9209684"/>
                  </a:lnTo>
                  <a:lnTo>
                    <a:pt x="5587492" y="9209684"/>
                  </a:lnTo>
                  <a:close/>
                  <a:moveTo>
                    <a:pt x="5409692" y="9209684"/>
                  </a:moveTo>
                  <a:lnTo>
                    <a:pt x="5333492" y="9209684"/>
                  </a:lnTo>
                  <a:lnTo>
                    <a:pt x="5333492" y="9175561"/>
                  </a:lnTo>
                  <a:lnTo>
                    <a:pt x="5409692" y="9175561"/>
                  </a:lnTo>
                  <a:close/>
                  <a:moveTo>
                    <a:pt x="5231892" y="9175561"/>
                  </a:moveTo>
                  <a:lnTo>
                    <a:pt x="5155692" y="9175561"/>
                  </a:lnTo>
                  <a:lnTo>
                    <a:pt x="5155692" y="9141438"/>
                  </a:lnTo>
                  <a:lnTo>
                    <a:pt x="5231892" y="9141438"/>
                  </a:lnTo>
                  <a:close/>
                  <a:moveTo>
                    <a:pt x="5054092" y="9141438"/>
                  </a:moveTo>
                  <a:lnTo>
                    <a:pt x="4977892" y="9141438"/>
                  </a:lnTo>
                  <a:lnTo>
                    <a:pt x="4977892" y="9107316"/>
                  </a:lnTo>
                  <a:lnTo>
                    <a:pt x="5054092" y="9107316"/>
                  </a:lnTo>
                  <a:close/>
                  <a:moveTo>
                    <a:pt x="4876292" y="9107316"/>
                  </a:moveTo>
                  <a:lnTo>
                    <a:pt x="4800092" y="9107316"/>
                  </a:lnTo>
                  <a:lnTo>
                    <a:pt x="4800092" y="9073193"/>
                  </a:lnTo>
                  <a:lnTo>
                    <a:pt x="4876292" y="9073193"/>
                  </a:lnTo>
                  <a:close/>
                  <a:moveTo>
                    <a:pt x="4698492" y="9073193"/>
                  </a:moveTo>
                  <a:lnTo>
                    <a:pt x="4622292" y="9073193"/>
                  </a:lnTo>
                  <a:lnTo>
                    <a:pt x="4622292" y="9039071"/>
                  </a:lnTo>
                  <a:lnTo>
                    <a:pt x="4698492" y="9039071"/>
                  </a:lnTo>
                  <a:close/>
                  <a:moveTo>
                    <a:pt x="4520692" y="9039071"/>
                  </a:moveTo>
                  <a:lnTo>
                    <a:pt x="4444492" y="9039071"/>
                  </a:lnTo>
                  <a:lnTo>
                    <a:pt x="4444492" y="9004948"/>
                  </a:lnTo>
                  <a:lnTo>
                    <a:pt x="4520692" y="9004948"/>
                  </a:lnTo>
                  <a:close/>
                  <a:moveTo>
                    <a:pt x="4342892" y="9004948"/>
                  </a:moveTo>
                  <a:lnTo>
                    <a:pt x="4266692" y="9004948"/>
                  </a:lnTo>
                  <a:lnTo>
                    <a:pt x="4266692" y="8970825"/>
                  </a:lnTo>
                  <a:lnTo>
                    <a:pt x="4342892" y="8970825"/>
                  </a:lnTo>
                  <a:close/>
                  <a:moveTo>
                    <a:pt x="4165092" y="8970825"/>
                  </a:moveTo>
                  <a:lnTo>
                    <a:pt x="4088892" y="8970825"/>
                  </a:lnTo>
                  <a:lnTo>
                    <a:pt x="4088892" y="8936703"/>
                  </a:lnTo>
                  <a:lnTo>
                    <a:pt x="4165092" y="8936703"/>
                  </a:lnTo>
                  <a:close/>
                  <a:moveTo>
                    <a:pt x="3987292" y="8936703"/>
                  </a:moveTo>
                  <a:lnTo>
                    <a:pt x="3911092" y="8936703"/>
                  </a:lnTo>
                  <a:lnTo>
                    <a:pt x="3911092" y="8902581"/>
                  </a:lnTo>
                  <a:lnTo>
                    <a:pt x="3987292" y="8902581"/>
                  </a:lnTo>
                  <a:close/>
                  <a:moveTo>
                    <a:pt x="3809492" y="8902581"/>
                  </a:moveTo>
                  <a:lnTo>
                    <a:pt x="3733292" y="8902581"/>
                  </a:lnTo>
                  <a:lnTo>
                    <a:pt x="3733292" y="8868458"/>
                  </a:lnTo>
                  <a:lnTo>
                    <a:pt x="3809492" y="8868458"/>
                  </a:lnTo>
                  <a:close/>
                  <a:moveTo>
                    <a:pt x="3631692" y="8868458"/>
                  </a:moveTo>
                  <a:lnTo>
                    <a:pt x="3555492" y="8868458"/>
                  </a:lnTo>
                  <a:lnTo>
                    <a:pt x="3555492" y="8834335"/>
                  </a:lnTo>
                  <a:lnTo>
                    <a:pt x="3631692" y="8834335"/>
                  </a:lnTo>
                  <a:close/>
                  <a:moveTo>
                    <a:pt x="3453892" y="8834335"/>
                  </a:moveTo>
                  <a:lnTo>
                    <a:pt x="3377692" y="8834335"/>
                  </a:lnTo>
                  <a:lnTo>
                    <a:pt x="3377692" y="8800212"/>
                  </a:lnTo>
                  <a:lnTo>
                    <a:pt x="3453892" y="8800212"/>
                  </a:lnTo>
                  <a:close/>
                  <a:moveTo>
                    <a:pt x="3276092" y="8800212"/>
                  </a:moveTo>
                  <a:lnTo>
                    <a:pt x="3199892" y="8800212"/>
                  </a:lnTo>
                  <a:lnTo>
                    <a:pt x="3199892" y="8766091"/>
                  </a:lnTo>
                  <a:lnTo>
                    <a:pt x="3276092" y="8766091"/>
                  </a:lnTo>
                  <a:close/>
                  <a:moveTo>
                    <a:pt x="3098292" y="8766091"/>
                  </a:moveTo>
                  <a:lnTo>
                    <a:pt x="3022092" y="8766091"/>
                  </a:lnTo>
                  <a:lnTo>
                    <a:pt x="3022092" y="8731968"/>
                  </a:lnTo>
                  <a:lnTo>
                    <a:pt x="3098292" y="8731968"/>
                  </a:lnTo>
                  <a:close/>
                  <a:moveTo>
                    <a:pt x="2920492" y="8731968"/>
                  </a:moveTo>
                  <a:lnTo>
                    <a:pt x="2844292" y="8731968"/>
                  </a:lnTo>
                  <a:lnTo>
                    <a:pt x="2844292" y="8697845"/>
                  </a:lnTo>
                  <a:lnTo>
                    <a:pt x="2920492" y="8697845"/>
                  </a:lnTo>
                  <a:close/>
                  <a:moveTo>
                    <a:pt x="2742692" y="8697845"/>
                  </a:moveTo>
                  <a:lnTo>
                    <a:pt x="2666492" y="8697845"/>
                  </a:lnTo>
                  <a:lnTo>
                    <a:pt x="2666492" y="8663722"/>
                  </a:lnTo>
                  <a:lnTo>
                    <a:pt x="2742692" y="8663722"/>
                  </a:lnTo>
                  <a:close/>
                  <a:moveTo>
                    <a:pt x="2564892" y="8663722"/>
                  </a:moveTo>
                  <a:lnTo>
                    <a:pt x="2488692" y="8663722"/>
                  </a:lnTo>
                  <a:lnTo>
                    <a:pt x="2488692" y="8629600"/>
                  </a:lnTo>
                  <a:lnTo>
                    <a:pt x="2564892" y="8629600"/>
                  </a:lnTo>
                  <a:close/>
                  <a:moveTo>
                    <a:pt x="2387092" y="8629600"/>
                  </a:moveTo>
                  <a:lnTo>
                    <a:pt x="2310892" y="8629600"/>
                  </a:lnTo>
                  <a:lnTo>
                    <a:pt x="2310892" y="8595477"/>
                  </a:lnTo>
                  <a:lnTo>
                    <a:pt x="2387092" y="8595477"/>
                  </a:lnTo>
                  <a:close/>
                  <a:moveTo>
                    <a:pt x="2209292" y="8595477"/>
                  </a:moveTo>
                  <a:lnTo>
                    <a:pt x="2133092" y="8595477"/>
                  </a:lnTo>
                  <a:lnTo>
                    <a:pt x="2133092" y="8561355"/>
                  </a:lnTo>
                  <a:lnTo>
                    <a:pt x="2209292" y="8561355"/>
                  </a:lnTo>
                  <a:close/>
                  <a:moveTo>
                    <a:pt x="2031492" y="8561355"/>
                  </a:moveTo>
                  <a:lnTo>
                    <a:pt x="1955292" y="8561355"/>
                  </a:lnTo>
                  <a:lnTo>
                    <a:pt x="1955292" y="8527232"/>
                  </a:lnTo>
                  <a:lnTo>
                    <a:pt x="2031492" y="8527232"/>
                  </a:lnTo>
                  <a:close/>
                  <a:moveTo>
                    <a:pt x="1853692" y="8527232"/>
                  </a:moveTo>
                  <a:lnTo>
                    <a:pt x="1777492" y="8527232"/>
                  </a:lnTo>
                  <a:lnTo>
                    <a:pt x="1777492" y="8493109"/>
                  </a:lnTo>
                  <a:lnTo>
                    <a:pt x="1853692" y="8493109"/>
                  </a:lnTo>
                  <a:close/>
                  <a:moveTo>
                    <a:pt x="1675892" y="8493109"/>
                  </a:moveTo>
                  <a:lnTo>
                    <a:pt x="1599692" y="8493109"/>
                  </a:lnTo>
                  <a:lnTo>
                    <a:pt x="1599692" y="8458987"/>
                  </a:lnTo>
                  <a:lnTo>
                    <a:pt x="1675892" y="8458987"/>
                  </a:lnTo>
                  <a:close/>
                  <a:moveTo>
                    <a:pt x="1498092" y="8458987"/>
                  </a:moveTo>
                  <a:lnTo>
                    <a:pt x="1421892" y="8458987"/>
                  </a:lnTo>
                  <a:lnTo>
                    <a:pt x="1421892" y="8424864"/>
                  </a:lnTo>
                  <a:lnTo>
                    <a:pt x="1498092" y="8424864"/>
                  </a:lnTo>
                  <a:close/>
                  <a:moveTo>
                    <a:pt x="1320292" y="8424864"/>
                  </a:moveTo>
                  <a:lnTo>
                    <a:pt x="1244092" y="8424864"/>
                  </a:lnTo>
                  <a:lnTo>
                    <a:pt x="1244092" y="8390742"/>
                  </a:lnTo>
                  <a:lnTo>
                    <a:pt x="1320292" y="8390742"/>
                  </a:lnTo>
                  <a:close/>
                  <a:moveTo>
                    <a:pt x="1142492" y="8390742"/>
                  </a:moveTo>
                  <a:lnTo>
                    <a:pt x="1066292" y="8390742"/>
                  </a:lnTo>
                  <a:lnTo>
                    <a:pt x="1066292" y="8356619"/>
                  </a:lnTo>
                  <a:lnTo>
                    <a:pt x="1142492" y="8356619"/>
                  </a:lnTo>
                  <a:close/>
                  <a:moveTo>
                    <a:pt x="964692" y="8356619"/>
                  </a:moveTo>
                  <a:lnTo>
                    <a:pt x="888492" y="8356619"/>
                  </a:lnTo>
                  <a:lnTo>
                    <a:pt x="888492" y="8322497"/>
                  </a:lnTo>
                  <a:lnTo>
                    <a:pt x="964692" y="8322497"/>
                  </a:lnTo>
                  <a:close/>
                  <a:moveTo>
                    <a:pt x="786892" y="8322497"/>
                  </a:moveTo>
                  <a:lnTo>
                    <a:pt x="710692" y="8322497"/>
                  </a:lnTo>
                  <a:lnTo>
                    <a:pt x="710692" y="8288374"/>
                  </a:lnTo>
                  <a:lnTo>
                    <a:pt x="786892" y="8288374"/>
                  </a:lnTo>
                  <a:close/>
                  <a:moveTo>
                    <a:pt x="609092" y="8288374"/>
                  </a:moveTo>
                  <a:lnTo>
                    <a:pt x="532892" y="8288374"/>
                  </a:lnTo>
                  <a:lnTo>
                    <a:pt x="532892" y="8254251"/>
                  </a:lnTo>
                  <a:lnTo>
                    <a:pt x="609092" y="8254251"/>
                  </a:lnTo>
                  <a:close/>
                  <a:moveTo>
                    <a:pt x="431292" y="8254251"/>
                  </a:moveTo>
                  <a:lnTo>
                    <a:pt x="355092" y="8254251"/>
                  </a:lnTo>
                  <a:lnTo>
                    <a:pt x="355092" y="8220129"/>
                  </a:lnTo>
                  <a:lnTo>
                    <a:pt x="431292" y="8220129"/>
                  </a:lnTo>
                  <a:close/>
                  <a:moveTo>
                    <a:pt x="253492" y="8220129"/>
                  </a:moveTo>
                  <a:lnTo>
                    <a:pt x="177292" y="8220129"/>
                  </a:lnTo>
                  <a:lnTo>
                    <a:pt x="177292" y="8186007"/>
                  </a:lnTo>
                  <a:lnTo>
                    <a:pt x="253492" y="8186007"/>
                  </a:lnTo>
                  <a:close/>
                  <a:moveTo>
                    <a:pt x="73152" y="8179012"/>
                  </a:moveTo>
                  <a:cubicBezTo>
                    <a:pt x="46228" y="8170481"/>
                    <a:pt x="21336" y="8154443"/>
                    <a:pt x="0" y="8132775"/>
                  </a:cubicBezTo>
                  <a:lnTo>
                    <a:pt x="15367" y="8105648"/>
                  </a:lnTo>
                  <a:cubicBezTo>
                    <a:pt x="34036" y="8124586"/>
                    <a:pt x="55499" y="8138576"/>
                    <a:pt x="78994" y="8145913"/>
                  </a:cubicBezTo>
                  <a:close/>
                  <a:moveTo>
                    <a:pt x="893318" y="9201836"/>
                  </a:moveTo>
                  <a:cubicBezTo>
                    <a:pt x="884809" y="9172491"/>
                    <a:pt x="880237" y="9140585"/>
                    <a:pt x="880237" y="9107316"/>
                  </a:cubicBezTo>
                  <a:lnTo>
                    <a:pt x="880237" y="9095373"/>
                  </a:lnTo>
                  <a:lnTo>
                    <a:pt x="905637" y="9095373"/>
                  </a:lnTo>
                  <a:lnTo>
                    <a:pt x="905637" y="9107316"/>
                  </a:lnTo>
                  <a:lnTo>
                    <a:pt x="892937" y="9107316"/>
                  </a:lnTo>
                  <a:lnTo>
                    <a:pt x="905637" y="9107316"/>
                  </a:lnTo>
                  <a:cubicBezTo>
                    <a:pt x="905637" y="9136321"/>
                    <a:pt x="909701" y="9164131"/>
                    <a:pt x="916940" y="9189551"/>
                  </a:cubicBezTo>
                  <a:close/>
                  <a:moveTo>
                    <a:pt x="880237" y="8958713"/>
                  </a:moveTo>
                  <a:lnTo>
                    <a:pt x="880237" y="8856345"/>
                  </a:lnTo>
                  <a:lnTo>
                    <a:pt x="905637" y="8856345"/>
                  </a:lnTo>
                  <a:lnTo>
                    <a:pt x="905637" y="8958713"/>
                  </a:lnTo>
                  <a:close/>
                  <a:moveTo>
                    <a:pt x="905637" y="8719855"/>
                  </a:moveTo>
                  <a:lnTo>
                    <a:pt x="905637" y="8617487"/>
                  </a:lnTo>
                  <a:lnTo>
                    <a:pt x="905637" y="8719855"/>
                  </a:lnTo>
                  <a:close/>
                  <a:moveTo>
                    <a:pt x="905637" y="8480997"/>
                  </a:moveTo>
                  <a:lnTo>
                    <a:pt x="905637" y="8378629"/>
                  </a:lnTo>
                  <a:lnTo>
                    <a:pt x="905637" y="8480997"/>
                  </a:lnTo>
                  <a:close/>
                  <a:moveTo>
                    <a:pt x="905637" y="8242139"/>
                  </a:moveTo>
                  <a:lnTo>
                    <a:pt x="905637" y="8139771"/>
                  </a:lnTo>
                  <a:lnTo>
                    <a:pt x="905637" y="8242139"/>
                  </a:lnTo>
                  <a:close/>
                  <a:moveTo>
                    <a:pt x="905637" y="8003280"/>
                  </a:moveTo>
                  <a:lnTo>
                    <a:pt x="905637" y="7900913"/>
                  </a:lnTo>
                  <a:lnTo>
                    <a:pt x="905637" y="8003280"/>
                  </a:lnTo>
                  <a:close/>
                  <a:moveTo>
                    <a:pt x="905637" y="7764422"/>
                  </a:moveTo>
                  <a:lnTo>
                    <a:pt x="905637" y="7662055"/>
                  </a:lnTo>
                  <a:lnTo>
                    <a:pt x="905637" y="7764422"/>
                  </a:lnTo>
                  <a:close/>
                  <a:moveTo>
                    <a:pt x="905637" y="7525565"/>
                  </a:moveTo>
                  <a:lnTo>
                    <a:pt x="905637" y="7423197"/>
                  </a:lnTo>
                  <a:lnTo>
                    <a:pt x="905637" y="7525565"/>
                  </a:lnTo>
                  <a:close/>
                  <a:moveTo>
                    <a:pt x="905637" y="7286706"/>
                  </a:moveTo>
                  <a:lnTo>
                    <a:pt x="905637" y="7184339"/>
                  </a:lnTo>
                  <a:lnTo>
                    <a:pt x="905637" y="7286706"/>
                  </a:lnTo>
                  <a:close/>
                  <a:moveTo>
                    <a:pt x="905637" y="7047848"/>
                  </a:moveTo>
                  <a:lnTo>
                    <a:pt x="905637" y="6945481"/>
                  </a:lnTo>
                  <a:lnTo>
                    <a:pt x="905637" y="7047848"/>
                  </a:lnTo>
                  <a:close/>
                  <a:moveTo>
                    <a:pt x="905637" y="6808991"/>
                  </a:moveTo>
                  <a:lnTo>
                    <a:pt x="905637" y="6706622"/>
                  </a:lnTo>
                  <a:lnTo>
                    <a:pt x="905637" y="6808991"/>
                  </a:lnTo>
                  <a:close/>
                  <a:moveTo>
                    <a:pt x="905637" y="6570132"/>
                  </a:moveTo>
                  <a:lnTo>
                    <a:pt x="905637" y="6467765"/>
                  </a:lnTo>
                  <a:lnTo>
                    <a:pt x="905637" y="6570132"/>
                  </a:lnTo>
                  <a:close/>
                  <a:moveTo>
                    <a:pt x="905637" y="6331274"/>
                  </a:moveTo>
                  <a:lnTo>
                    <a:pt x="905637" y="6228907"/>
                  </a:lnTo>
                  <a:lnTo>
                    <a:pt x="905637" y="6331274"/>
                  </a:lnTo>
                  <a:close/>
                  <a:moveTo>
                    <a:pt x="905637" y="6092416"/>
                  </a:moveTo>
                  <a:lnTo>
                    <a:pt x="905637" y="5990048"/>
                  </a:lnTo>
                  <a:lnTo>
                    <a:pt x="905637" y="6092416"/>
                  </a:lnTo>
                  <a:close/>
                  <a:moveTo>
                    <a:pt x="905637" y="5853558"/>
                  </a:moveTo>
                  <a:lnTo>
                    <a:pt x="905637" y="5751190"/>
                  </a:lnTo>
                  <a:lnTo>
                    <a:pt x="905637" y="5853558"/>
                  </a:lnTo>
                  <a:close/>
                  <a:moveTo>
                    <a:pt x="905637" y="5614700"/>
                  </a:moveTo>
                  <a:lnTo>
                    <a:pt x="905637" y="5512333"/>
                  </a:lnTo>
                  <a:lnTo>
                    <a:pt x="905637" y="5614700"/>
                  </a:lnTo>
                  <a:close/>
                  <a:moveTo>
                    <a:pt x="905637" y="5375842"/>
                  </a:moveTo>
                  <a:lnTo>
                    <a:pt x="905637" y="5273474"/>
                  </a:lnTo>
                  <a:lnTo>
                    <a:pt x="905637" y="5375842"/>
                  </a:lnTo>
                  <a:close/>
                  <a:moveTo>
                    <a:pt x="905637" y="5136984"/>
                  </a:moveTo>
                  <a:lnTo>
                    <a:pt x="905637" y="5034616"/>
                  </a:lnTo>
                  <a:lnTo>
                    <a:pt x="905637" y="5136984"/>
                  </a:lnTo>
                  <a:close/>
                  <a:moveTo>
                    <a:pt x="905637" y="4898126"/>
                  </a:moveTo>
                  <a:lnTo>
                    <a:pt x="905637" y="4795758"/>
                  </a:lnTo>
                  <a:lnTo>
                    <a:pt x="905637" y="4898126"/>
                  </a:lnTo>
                  <a:close/>
                  <a:moveTo>
                    <a:pt x="905637" y="4659268"/>
                  </a:moveTo>
                  <a:lnTo>
                    <a:pt x="905637" y="4556900"/>
                  </a:lnTo>
                  <a:lnTo>
                    <a:pt x="905637" y="4659268"/>
                  </a:lnTo>
                  <a:close/>
                  <a:moveTo>
                    <a:pt x="905637" y="4420410"/>
                  </a:moveTo>
                  <a:lnTo>
                    <a:pt x="905637" y="4318042"/>
                  </a:lnTo>
                  <a:lnTo>
                    <a:pt x="905637" y="4420410"/>
                  </a:lnTo>
                  <a:close/>
                  <a:moveTo>
                    <a:pt x="905637" y="4181552"/>
                  </a:moveTo>
                  <a:lnTo>
                    <a:pt x="905637" y="4079184"/>
                  </a:lnTo>
                  <a:lnTo>
                    <a:pt x="905637" y="4181552"/>
                  </a:lnTo>
                  <a:close/>
                  <a:moveTo>
                    <a:pt x="905637" y="3942694"/>
                  </a:moveTo>
                  <a:lnTo>
                    <a:pt x="905637" y="3840326"/>
                  </a:lnTo>
                  <a:lnTo>
                    <a:pt x="905637" y="3942694"/>
                  </a:lnTo>
                  <a:close/>
                  <a:moveTo>
                    <a:pt x="905637" y="3703836"/>
                  </a:moveTo>
                  <a:lnTo>
                    <a:pt x="905637" y="3601468"/>
                  </a:lnTo>
                  <a:lnTo>
                    <a:pt x="905637" y="3703836"/>
                  </a:lnTo>
                  <a:close/>
                  <a:moveTo>
                    <a:pt x="905637" y="3464978"/>
                  </a:moveTo>
                  <a:lnTo>
                    <a:pt x="905637" y="3362610"/>
                  </a:lnTo>
                  <a:lnTo>
                    <a:pt x="905637" y="3464978"/>
                  </a:lnTo>
                  <a:close/>
                  <a:moveTo>
                    <a:pt x="905637" y="3226120"/>
                  </a:moveTo>
                  <a:lnTo>
                    <a:pt x="905637" y="3123752"/>
                  </a:lnTo>
                  <a:lnTo>
                    <a:pt x="905637" y="3226120"/>
                  </a:lnTo>
                  <a:close/>
                  <a:moveTo>
                    <a:pt x="905637" y="2987262"/>
                  </a:moveTo>
                  <a:lnTo>
                    <a:pt x="905637" y="2884894"/>
                  </a:lnTo>
                  <a:lnTo>
                    <a:pt x="905637" y="2987262"/>
                  </a:lnTo>
                  <a:close/>
                  <a:moveTo>
                    <a:pt x="905637" y="2748404"/>
                  </a:moveTo>
                  <a:lnTo>
                    <a:pt x="905637" y="2646036"/>
                  </a:lnTo>
                  <a:lnTo>
                    <a:pt x="905637" y="2748404"/>
                  </a:lnTo>
                  <a:close/>
                  <a:moveTo>
                    <a:pt x="905637" y="2509545"/>
                  </a:moveTo>
                  <a:lnTo>
                    <a:pt x="905637" y="2407178"/>
                  </a:lnTo>
                  <a:lnTo>
                    <a:pt x="905637" y="2509545"/>
                  </a:lnTo>
                  <a:close/>
                  <a:moveTo>
                    <a:pt x="905637" y="2270687"/>
                  </a:moveTo>
                  <a:lnTo>
                    <a:pt x="905637" y="2168320"/>
                  </a:lnTo>
                  <a:lnTo>
                    <a:pt x="905637" y="2270687"/>
                  </a:lnTo>
                  <a:close/>
                  <a:moveTo>
                    <a:pt x="905637" y="2031829"/>
                  </a:moveTo>
                  <a:lnTo>
                    <a:pt x="905637" y="1929462"/>
                  </a:lnTo>
                  <a:lnTo>
                    <a:pt x="905637" y="2031829"/>
                  </a:lnTo>
                  <a:close/>
                  <a:moveTo>
                    <a:pt x="905637" y="1792971"/>
                  </a:moveTo>
                  <a:lnTo>
                    <a:pt x="905637" y="1690604"/>
                  </a:lnTo>
                  <a:lnTo>
                    <a:pt x="905637" y="1792971"/>
                  </a:lnTo>
                  <a:close/>
                  <a:moveTo>
                    <a:pt x="905637" y="1554113"/>
                  </a:moveTo>
                  <a:lnTo>
                    <a:pt x="905637" y="1451746"/>
                  </a:lnTo>
                  <a:lnTo>
                    <a:pt x="905637" y="1554113"/>
                  </a:lnTo>
                  <a:close/>
                  <a:moveTo>
                    <a:pt x="905637" y="1315255"/>
                  </a:moveTo>
                  <a:lnTo>
                    <a:pt x="905637" y="1212887"/>
                  </a:lnTo>
                  <a:lnTo>
                    <a:pt x="905637" y="1315255"/>
                  </a:lnTo>
                  <a:close/>
                  <a:moveTo>
                    <a:pt x="905637" y="1076397"/>
                  </a:moveTo>
                  <a:lnTo>
                    <a:pt x="905637" y="974029"/>
                  </a:lnTo>
                  <a:lnTo>
                    <a:pt x="905637" y="1076397"/>
                  </a:lnTo>
                  <a:close/>
                  <a:moveTo>
                    <a:pt x="905637" y="837539"/>
                  </a:moveTo>
                  <a:lnTo>
                    <a:pt x="905637" y="735171"/>
                  </a:lnTo>
                  <a:lnTo>
                    <a:pt x="905637" y="837539"/>
                  </a:lnTo>
                  <a:close/>
                  <a:moveTo>
                    <a:pt x="905637" y="598681"/>
                  </a:moveTo>
                  <a:lnTo>
                    <a:pt x="905637" y="496313"/>
                  </a:lnTo>
                  <a:lnTo>
                    <a:pt x="905637" y="598681"/>
                  </a:lnTo>
                  <a:close/>
                  <a:moveTo>
                    <a:pt x="905637" y="359823"/>
                  </a:moveTo>
                  <a:lnTo>
                    <a:pt x="905637" y="262744"/>
                  </a:lnTo>
                  <a:lnTo>
                    <a:pt x="892937" y="262744"/>
                  </a:lnTo>
                  <a:lnTo>
                    <a:pt x="880237" y="262744"/>
                  </a:lnTo>
                  <a:cubicBezTo>
                    <a:pt x="880237" y="224868"/>
                    <a:pt x="886206" y="188868"/>
                    <a:pt x="896874" y="156452"/>
                  </a:cubicBezTo>
                  <a:lnTo>
                    <a:pt x="920115" y="170272"/>
                  </a:lnTo>
                  <a:cubicBezTo>
                    <a:pt x="910844" y="198593"/>
                    <a:pt x="905637" y="229816"/>
                    <a:pt x="905637" y="262744"/>
                  </a:cubicBezTo>
                  <a:lnTo>
                    <a:pt x="905637" y="359823"/>
                  </a:ln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10657" y="2939415"/>
            <a:ext cx="4819650" cy="7027545"/>
            <a:chOff x="0" y="0"/>
            <a:chExt cx="6426200" cy="9370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7061"/>
              <a:ext cx="6400800" cy="9335938"/>
            </a:xfrm>
            <a:custGeom>
              <a:avLst/>
              <a:gdLst/>
              <a:ahLst/>
              <a:cxnLst/>
              <a:rect r="r" b="b" t="t" l="l"/>
              <a:pathLst>
                <a:path h="9335938" w="6400800">
                  <a:moveTo>
                    <a:pt x="0" y="245683"/>
                  </a:moveTo>
                  <a:cubicBezTo>
                    <a:pt x="0" y="110046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110046"/>
                    <a:pt x="6400800" y="245683"/>
                  </a:cubicBezTo>
                  <a:lnTo>
                    <a:pt x="6400800" y="9090255"/>
                  </a:lnTo>
                  <a:cubicBezTo>
                    <a:pt x="6400800" y="9225893"/>
                    <a:pt x="6318885" y="9335938"/>
                    <a:pt x="6217920" y="9335938"/>
                  </a:cubicBezTo>
                  <a:lnTo>
                    <a:pt x="182880" y="9335938"/>
                  </a:lnTo>
                  <a:cubicBezTo>
                    <a:pt x="81915" y="9335938"/>
                    <a:pt x="0" y="9225893"/>
                    <a:pt x="0" y="9090255"/>
                  </a:cubicBezTo>
                  <a:close/>
                </a:path>
              </a:pathLst>
            </a:custGeom>
            <a:blipFill>
              <a:blip r:embed="rId4"/>
              <a:stretch>
                <a:fillRect l="-4752" t="0" r="-4752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-880237" y="0"/>
              <a:ext cx="7306437" cy="9351463"/>
            </a:xfrm>
            <a:custGeom>
              <a:avLst/>
              <a:gdLst/>
              <a:ahLst/>
              <a:cxnLst/>
              <a:rect r="r" b="b" t="t" l="l"/>
              <a:pathLst>
                <a:path h="9351463" w="7306437">
                  <a:moveTo>
                    <a:pt x="965581" y="45724"/>
                  </a:moveTo>
                  <a:cubicBezTo>
                    <a:pt x="987679" y="25421"/>
                    <a:pt x="1012952" y="11090"/>
                    <a:pt x="1040257" y="4265"/>
                  </a:cubicBezTo>
                  <a:lnTo>
                    <a:pt x="1044829" y="37876"/>
                  </a:lnTo>
                  <a:cubicBezTo>
                    <a:pt x="1021080" y="43677"/>
                    <a:pt x="998982" y="56302"/>
                    <a:pt x="979805" y="73875"/>
                  </a:cubicBezTo>
                  <a:close/>
                  <a:moveTo>
                    <a:pt x="1144016" y="0"/>
                  </a:moveTo>
                  <a:lnTo>
                    <a:pt x="1220216" y="0"/>
                  </a:lnTo>
                  <a:lnTo>
                    <a:pt x="1220216" y="34123"/>
                  </a:lnTo>
                  <a:lnTo>
                    <a:pt x="1144016" y="34123"/>
                  </a:lnTo>
                  <a:close/>
                  <a:moveTo>
                    <a:pt x="1321816" y="34123"/>
                  </a:moveTo>
                  <a:lnTo>
                    <a:pt x="1398016" y="34123"/>
                  </a:lnTo>
                  <a:lnTo>
                    <a:pt x="1321816" y="34123"/>
                  </a:lnTo>
                  <a:close/>
                  <a:moveTo>
                    <a:pt x="1499616" y="34123"/>
                  </a:moveTo>
                  <a:lnTo>
                    <a:pt x="1575816" y="34123"/>
                  </a:lnTo>
                  <a:lnTo>
                    <a:pt x="1499616" y="34123"/>
                  </a:lnTo>
                  <a:close/>
                  <a:moveTo>
                    <a:pt x="1677416" y="34123"/>
                  </a:moveTo>
                  <a:lnTo>
                    <a:pt x="1753616" y="34123"/>
                  </a:lnTo>
                  <a:lnTo>
                    <a:pt x="1677416" y="34123"/>
                  </a:lnTo>
                  <a:close/>
                  <a:moveTo>
                    <a:pt x="1855216" y="34123"/>
                  </a:moveTo>
                  <a:lnTo>
                    <a:pt x="1931416" y="34123"/>
                  </a:lnTo>
                  <a:lnTo>
                    <a:pt x="1855216" y="34123"/>
                  </a:lnTo>
                  <a:close/>
                  <a:moveTo>
                    <a:pt x="2033016" y="34123"/>
                  </a:moveTo>
                  <a:lnTo>
                    <a:pt x="2109216" y="34123"/>
                  </a:lnTo>
                  <a:lnTo>
                    <a:pt x="2033016" y="34123"/>
                  </a:lnTo>
                  <a:close/>
                  <a:moveTo>
                    <a:pt x="2210816" y="34123"/>
                  </a:moveTo>
                  <a:lnTo>
                    <a:pt x="2287016" y="34123"/>
                  </a:lnTo>
                  <a:lnTo>
                    <a:pt x="2210816" y="34123"/>
                  </a:lnTo>
                  <a:close/>
                  <a:moveTo>
                    <a:pt x="2388616" y="34123"/>
                  </a:moveTo>
                  <a:lnTo>
                    <a:pt x="2464816" y="34123"/>
                  </a:lnTo>
                  <a:lnTo>
                    <a:pt x="2388616" y="34123"/>
                  </a:lnTo>
                  <a:close/>
                  <a:moveTo>
                    <a:pt x="2566416" y="34123"/>
                  </a:moveTo>
                  <a:lnTo>
                    <a:pt x="2642616" y="34123"/>
                  </a:lnTo>
                  <a:lnTo>
                    <a:pt x="2566416" y="34123"/>
                  </a:lnTo>
                  <a:close/>
                  <a:moveTo>
                    <a:pt x="2744216" y="34123"/>
                  </a:moveTo>
                  <a:lnTo>
                    <a:pt x="2820416" y="34123"/>
                  </a:lnTo>
                  <a:lnTo>
                    <a:pt x="2744216" y="34123"/>
                  </a:lnTo>
                  <a:close/>
                  <a:moveTo>
                    <a:pt x="2922016" y="34123"/>
                  </a:moveTo>
                  <a:lnTo>
                    <a:pt x="2998216" y="34123"/>
                  </a:lnTo>
                  <a:lnTo>
                    <a:pt x="2922016" y="34123"/>
                  </a:lnTo>
                  <a:close/>
                  <a:moveTo>
                    <a:pt x="3099816" y="34123"/>
                  </a:moveTo>
                  <a:lnTo>
                    <a:pt x="3176016" y="34123"/>
                  </a:lnTo>
                  <a:lnTo>
                    <a:pt x="3099816" y="34123"/>
                  </a:lnTo>
                  <a:close/>
                  <a:moveTo>
                    <a:pt x="3277616" y="34123"/>
                  </a:moveTo>
                  <a:lnTo>
                    <a:pt x="3353816" y="34123"/>
                  </a:lnTo>
                  <a:lnTo>
                    <a:pt x="3277616" y="34123"/>
                  </a:lnTo>
                  <a:close/>
                  <a:moveTo>
                    <a:pt x="3455416" y="34123"/>
                  </a:moveTo>
                  <a:lnTo>
                    <a:pt x="3531616" y="34123"/>
                  </a:lnTo>
                  <a:lnTo>
                    <a:pt x="3455416" y="34123"/>
                  </a:lnTo>
                  <a:close/>
                  <a:moveTo>
                    <a:pt x="3633216" y="34123"/>
                  </a:moveTo>
                  <a:lnTo>
                    <a:pt x="3709416" y="34123"/>
                  </a:lnTo>
                  <a:lnTo>
                    <a:pt x="3633216" y="34123"/>
                  </a:lnTo>
                  <a:close/>
                  <a:moveTo>
                    <a:pt x="3811016" y="34123"/>
                  </a:moveTo>
                  <a:lnTo>
                    <a:pt x="3887216" y="34123"/>
                  </a:lnTo>
                  <a:lnTo>
                    <a:pt x="3811016" y="34123"/>
                  </a:lnTo>
                  <a:close/>
                  <a:moveTo>
                    <a:pt x="3988816" y="34123"/>
                  </a:moveTo>
                  <a:lnTo>
                    <a:pt x="4065016" y="34123"/>
                  </a:lnTo>
                  <a:lnTo>
                    <a:pt x="3988816" y="34123"/>
                  </a:lnTo>
                  <a:close/>
                  <a:moveTo>
                    <a:pt x="4166616" y="34123"/>
                  </a:moveTo>
                  <a:lnTo>
                    <a:pt x="4242816" y="34123"/>
                  </a:lnTo>
                  <a:lnTo>
                    <a:pt x="4166616" y="34123"/>
                  </a:lnTo>
                  <a:close/>
                  <a:moveTo>
                    <a:pt x="4344416" y="34123"/>
                  </a:moveTo>
                  <a:lnTo>
                    <a:pt x="4420616" y="34123"/>
                  </a:lnTo>
                  <a:lnTo>
                    <a:pt x="4344416" y="34123"/>
                  </a:lnTo>
                  <a:close/>
                  <a:moveTo>
                    <a:pt x="4522216" y="34123"/>
                  </a:moveTo>
                  <a:lnTo>
                    <a:pt x="4598416" y="34123"/>
                  </a:lnTo>
                  <a:lnTo>
                    <a:pt x="4522216" y="34123"/>
                  </a:lnTo>
                  <a:close/>
                  <a:moveTo>
                    <a:pt x="4700016" y="34123"/>
                  </a:moveTo>
                  <a:lnTo>
                    <a:pt x="4776216" y="34123"/>
                  </a:lnTo>
                  <a:lnTo>
                    <a:pt x="4700016" y="34123"/>
                  </a:lnTo>
                  <a:close/>
                  <a:moveTo>
                    <a:pt x="4877816" y="34123"/>
                  </a:moveTo>
                  <a:lnTo>
                    <a:pt x="4954016" y="34123"/>
                  </a:lnTo>
                  <a:lnTo>
                    <a:pt x="4877816" y="34123"/>
                  </a:lnTo>
                  <a:close/>
                  <a:moveTo>
                    <a:pt x="5055616" y="34123"/>
                  </a:moveTo>
                  <a:lnTo>
                    <a:pt x="5131816" y="34123"/>
                  </a:lnTo>
                  <a:lnTo>
                    <a:pt x="5055616" y="34123"/>
                  </a:lnTo>
                  <a:close/>
                  <a:moveTo>
                    <a:pt x="5233416" y="34123"/>
                  </a:moveTo>
                  <a:lnTo>
                    <a:pt x="5309616" y="34123"/>
                  </a:lnTo>
                  <a:lnTo>
                    <a:pt x="5233416" y="34123"/>
                  </a:lnTo>
                  <a:close/>
                  <a:moveTo>
                    <a:pt x="5411216" y="34123"/>
                  </a:moveTo>
                  <a:lnTo>
                    <a:pt x="5487416" y="34123"/>
                  </a:lnTo>
                  <a:lnTo>
                    <a:pt x="5411216" y="34123"/>
                  </a:lnTo>
                  <a:close/>
                  <a:moveTo>
                    <a:pt x="5589016" y="34123"/>
                  </a:moveTo>
                  <a:lnTo>
                    <a:pt x="5665216" y="34123"/>
                  </a:lnTo>
                  <a:lnTo>
                    <a:pt x="5589016" y="34123"/>
                  </a:lnTo>
                  <a:close/>
                  <a:moveTo>
                    <a:pt x="5766816" y="34123"/>
                  </a:moveTo>
                  <a:lnTo>
                    <a:pt x="5843016" y="34123"/>
                  </a:lnTo>
                  <a:lnTo>
                    <a:pt x="5766816" y="34123"/>
                  </a:lnTo>
                  <a:close/>
                  <a:moveTo>
                    <a:pt x="5944616" y="34123"/>
                  </a:moveTo>
                  <a:lnTo>
                    <a:pt x="6020816" y="34123"/>
                  </a:lnTo>
                  <a:lnTo>
                    <a:pt x="5944616" y="34123"/>
                  </a:lnTo>
                  <a:close/>
                  <a:moveTo>
                    <a:pt x="6122416" y="34123"/>
                  </a:moveTo>
                  <a:lnTo>
                    <a:pt x="6198616" y="34123"/>
                  </a:lnTo>
                  <a:lnTo>
                    <a:pt x="6122416" y="34123"/>
                  </a:lnTo>
                  <a:close/>
                  <a:moveTo>
                    <a:pt x="6300216" y="34123"/>
                  </a:moveTo>
                  <a:lnTo>
                    <a:pt x="6376416" y="34123"/>
                  </a:lnTo>
                  <a:lnTo>
                    <a:pt x="6300216" y="34123"/>
                  </a:lnTo>
                  <a:close/>
                  <a:moveTo>
                    <a:pt x="6478016" y="34123"/>
                  </a:moveTo>
                  <a:lnTo>
                    <a:pt x="6554216" y="34123"/>
                  </a:lnTo>
                  <a:lnTo>
                    <a:pt x="6478016" y="34123"/>
                  </a:lnTo>
                  <a:close/>
                  <a:moveTo>
                    <a:pt x="6655816" y="34123"/>
                  </a:moveTo>
                  <a:lnTo>
                    <a:pt x="6732016" y="34123"/>
                  </a:lnTo>
                  <a:lnTo>
                    <a:pt x="6655816" y="34123"/>
                  </a:lnTo>
                  <a:close/>
                  <a:moveTo>
                    <a:pt x="6833616" y="34123"/>
                  </a:moveTo>
                  <a:lnTo>
                    <a:pt x="6909816" y="34123"/>
                  </a:lnTo>
                  <a:lnTo>
                    <a:pt x="6833616" y="34123"/>
                  </a:lnTo>
                  <a:close/>
                  <a:moveTo>
                    <a:pt x="7011416" y="34123"/>
                  </a:moveTo>
                  <a:lnTo>
                    <a:pt x="7087616" y="34123"/>
                  </a:lnTo>
                  <a:lnTo>
                    <a:pt x="7011416" y="34123"/>
                  </a:lnTo>
                  <a:close/>
                  <a:moveTo>
                    <a:pt x="7192137" y="57838"/>
                  </a:moveTo>
                  <a:cubicBezTo>
                    <a:pt x="7217029" y="73193"/>
                    <a:pt x="7239127" y="95373"/>
                    <a:pt x="7257161" y="122500"/>
                  </a:cubicBezTo>
                  <a:lnTo>
                    <a:pt x="7238111" y="145192"/>
                  </a:lnTo>
                  <a:cubicBezTo>
                    <a:pt x="7222490" y="121476"/>
                    <a:pt x="7203186" y="102197"/>
                    <a:pt x="7181596" y="88889"/>
                  </a:cubicBezTo>
                  <a:close/>
                  <a:moveTo>
                    <a:pt x="7292975" y="283388"/>
                  </a:moveTo>
                  <a:cubicBezTo>
                    <a:pt x="7294880" y="297890"/>
                    <a:pt x="7295769" y="312733"/>
                    <a:pt x="7295769" y="328089"/>
                  </a:cubicBezTo>
                  <a:lnTo>
                    <a:pt x="7283069" y="328089"/>
                  </a:lnTo>
                  <a:lnTo>
                    <a:pt x="7295769" y="328089"/>
                  </a:lnTo>
                  <a:lnTo>
                    <a:pt x="7295769" y="388656"/>
                  </a:lnTo>
                  <a:lnTo>
                    <a:pt x="7270369" y="388656"/>
                  </a:lnTo>
                  <a:lnTo>
                    <a:pt x="7270369" y="262744"/>
                  </a:lnTo>
                  <a:cubicBezTo>
                    <a:pt x="7270369" y="249436"/>
                    <a:pt x="7269480" y="236469"/>
                    <a:pt x="7267956" y="223844"/>
                  </a:cubicBezTo>
                  <a:close/>
                  <a:moveTo>
                    <a:pt x="7306437" y="459802"/>
                  </a:moveTo>
                  <a:lnTo>
                    <a:pt x="7306437" y="562170"/>
                  </a:lnTo>
                  <a:lnTo>
                    <a:pt x="7281037" y="562170"/>
                  </a:lnTo>
                  <a:lnTo>
                    <a:pt x="7281037" y="459802"/>
                  </a:lnTo>
                  <a:close/>
                  <a:moveTo>
                    <a:pt x="7281037" y="698660"/>
                  </a:moveTo>
                  <a:lnTo>
                    <a:pt x="7281037" y="801028"/>
                  </a:lnTo>
                  <a:lnTo>
                    <a:pt x="7255637" y="801028"/>
                  </a:lnTo>
                  <a:lnTo>
                    <a:pt x="7255637" y="698660"/>
                  </a:lnTo>
                  <a:close/>
                  <a:moveTo>
                    <a:pt x="7255637" y="937518"/>
                  </a:moveTo>
                  <a:lnTo>
                    <a:pt x="7255637" y="1039886"/>
                  </a:lnTo>
                  <a:lnTo>
                    <a:pt x="7230237" y="1039886"/>
                  </a:lnTo>
                  <a:lnTo>
                    <a:pt x="7230237" y="937518"/>
                  </a:lnTo>
                  <a:close/>
                  <a:moveTo>
                    <a:pt x="7230237" y="1176376"/>
                  </a:moveTo>
                  <a:lnTo>
                    <a:pt x="7230237" y="1278744"/>
                  </a:lnTo>
                  <a:lnTo>
                    <a:pt x="7204837" y="1278744"/>
                  </a:lnTo>
                  <a:lnTo>
                    <a:pt x="7204837" y="1176376"/>
                  </a:lnTo>
                  <a:close/>
                  <a:moveTo>
                    <a:pt x="7204837" y="1415234"/>
                  </a:moveTo>
                  <a:lnTo>
                    <a:pt x="7204837" y="1517602"/>
                  </a:lnTo>
                  <a:lnTo>
                    <a:pt x="7179437" y="1517602"/>
                  </a:lnTo>
                  <a:lnTo>
                    <a:pt x="7179437" y="1415234"/>
                  </a:lnTo>
                  <a:close/>
                  <a:moveTo>
                    <a:pt x="7179437" y="1654092"/>
                  </a:moveTo>
                  <a:lnTo>
                    <a:pt x="7179437" y="1756460"/>
                  </a:lnTo>
                  <a:lnTo>
                    <a:pt x="7154037" y="1756460"/>
                  </a:lnTo>
                  <a:lnTo>
                    <a:pt x="7154037" y="1654092"/>
                  </a:lnTo>
                  <a:close/>
                  <a:moveTo>
                    <a:pt x="7154037" y="1892950"/>
                  </a:moveTo>
                  <a:lnTo>
                    <a:pt x="7154037" y="1995318"/>
                  </a:lnTo>
                  <a:lnTo>
                    <a:pt x="7128637" y="1995318"/>
                  </a:lnTo>
                  <a:lnTo>
                    <a:pt x="7128637" y="1892950"/>
                  </a:lnTo>
                  <a:close/>
                  <a:moveTo>
                    <a:pt x="7128637" y="2131808"/>
                  </a:moveTo>
                  <a:lnTo>
                    <a:pt x="7128637" y="2234176"/>
                  </a:lnTo>
                  <a:lnTo>
                    <a:pt x="7103237" y="2234176"/>
                  </a:lnTo>
                  <a:lnTo>
                    <a:pt x="7103237" y="2131808"/>
                  </a:lnTo>
                  <a:close/>
                  <a:moveTo>
                    <a:pt x="7103237" y="2370666"/>
                  </a:moveTo>
                  <a:lnTo>
                    <a:pt x="7103237" y="2473034"/>
                  </a:lnTo>
                  <a:lnTo>
                    <a:pt x="7077837" y="2473034"/>
                  </a:lnTo>
                  <a:lnTo>
                    <a:pt x="7077837" y="2370666"/>
                  </a:lnTo>
                  <a:close/>
                  <a:moveTo>
                    <a:pt x="7077837" y="2609524"/>
                  </a:moveTo>
                  <a:lnTo>
                    <a:pt x="7077837" y="2711892"/>
                  </a:lnTo>
                  <a:lnTo>
                    <a:pt x="7052437" y="2711892"/>
                  </a:lnTo>
                  <a:lnTo>
                    <a:pt x="7052437" y="2609524"/>
                  </a:lnTo>
                  <a:close/>
                  <a:moveTo>
                    <a:pt x="7052437" y="2848382"/>
                  </a:moveTo>
                  <a:lnTo>
                    <a:pt x="7052437" y="2950750"/>
                  </a:lnTo>
                  <a:lnTo>
                    <a:pt x="7027037" y="2950750"/>
                  </a:lnTo>
                  <a:lnTo>
                    <a:pt x="7027037" y="2848382"/>
                  </a:lnTo>
                  <a:close/>
                  <a:moveTo>
                    <a:pt x="7027037" y="3087240"/>
                  </a:moveTo>
                  <a:lnTo>
                    <a:pt x="7027037" y="3189608"/>
                  </a:lnTo>
                  <a:lnTo>
                    <a:pt x="7001637" y="3189608"/>
                  </a:lnTo>
                  <a:lnTo>
                    <a:pt x="7001637" y="3087240"/>
                  </a:lnTo>
                  <a:close/>
                  <a:moveTo>
                    <a:pt x="7001637" y="3326098"/>
                  </a:moveTo>
                  <a:lnTo>
                    <a:pt x="7001637" y="3428466"/>
                  </a:lnTo>
                  <a:lnTo>
                    <a:pt x="6976237" y="3428466"/>
                  </a:lnTo>
                  <a:lnTo>
                    <a:pt x="6976237" y="3326098"/>
                  </a:lnTo>
                  <a:close/>
                  <a:moveTo>
                    <a:pt x="6976237" y="3564956"/>
                  </a:moveTo>
                  <a:lnTo>
                    <a:pt x="6976237" y="3667324"/>
                  </a:lnTo>
                  <a:lnTo>
                    <a:pt x="6950837" y="3667324"/>
                  </a:lnTo>
                  <a:lnTo>
                    <a:pt x="6950837" y="3564956"/>
                  </a:lnTo>
                  <a:close/>
                  <a:moveTo>
                    <a:pt x="6950837" y="3803814"/>
                  </a:moveTo>
                  <a:lnTo>
                    <a:pt x="6950837" y="3906182"/>
                  </a:lnTo>
                  <a:lnTo>
                    <a:pt x="6925437" y="3906182"/>
                  </a:lnTo>
                  <a:lnTo>
                    <a:pt x="6925437" y="3803814"/>
                  </a:lnTo>
                  <a:close/>
                  <a:moveTo>
                    <a:pt x="6925437" y="4042672"/>
                  </a:moveTo>
                  <a:lnTo>
                    <a:pt x="6925437" y="4145040"/>
                  </a:lnTo>
                  <a:lnTo>
                    <a:pt x="6900037" y="4145040"/>
                  </a:lnTo>
                  <a:lnTo>
                    <a:pt x="6900037" y="4042672"/>
                  </a:lnTo>
                  <a:close/>
                  <a:moveTo>
                    <a:pt x="6900037" y="4281531"/>
                  </a:moveTo>
                  <a:lnTo>
                    <a:pt x="6900037" y="4383898"/>
                  </a:lnTo>
                  <a:lnTo>
                    <a:pt x="6874637" y="4383898"/>
                  </a:lnTo>
                  <a:lnTo>
                    <a:pt x="6874637" y="4281531"/>
                  </a:lnTo>
                  <a:close/>
                  <a:moveTo>
                    <a:pt x="6874637" y="4520389"/>
                  </a:moveTo>
                  <a:lnTo>
                    <a:pt x="6874637" y="4622757"/>
                  </a:lnTo>
                  <a:lnTo>
                    <a:pt x="6849237" y="4622757"/>
                  </a:lnTo>
                  <a:lnTo>
                    <a:pt x="6849237" y="4520389"/>
                  </a:lnTo>
                  <a:close/>
                  <a:moveTo>
                    <a:pt x="6849237" y="4759247"/>
                  </a:moveTo>
                  <a:lnTo>
                    <a:pt x="6849237" y="4861614"/>
                  </a:lnTo>
                  <a:lnTo>
                    <a:pt x="6823837" y="4861614"/>
                  </a:lnTo>
                  <a:lnTo>
                    <a:pt x="6823837" y="4759247"/>
                  </a:lnTo>
                  <a:close/>
                  <a:moveTo>
                    <a:pt x="6823837" y="4998105"/>
                  </a:moveTo>
                  <a:lnTo>
                    <a:pt x="6823837" y="5100473"/>
                  </a:lnTo>
                  <a:lnTo>
                    <a:pt x="6798437" y="5100473"/>
                  </a:lnTo>
                  <a:lnTo>
                    <a:pt x="6798437" y="4998105"/>
                  </a:lnTo>
                  <a:close/>
                  <a:moveTo>
                    <a:pt x="6798437" y="5236963"/>
                  </a:moveTo>
                  <a:lnTo>
                    <a:pt x="6798437" y="5339331"/>
                  </a:lnTo>
                  <a:lnTo>
                    <a:pt x="6773037" y="5339331"/>
                  </a:lnTo>
                  <a:lnTo>
                    <a:pt x="6773037" y="5236963"/>
                  </a:lnTo>
                  <a:close/>
                  <a:moveTo>
                    <a:pt x="6773037" y="5475821"/>
                  </a:moveTo>
                  <a:lnTo>
                    <a:pt x="6773037" y="5578189"/>
                  </a:lnTo>
                  <a:lnTo>
                    <a:pt x="6747637" y="5578189"/>
                  </a:lnTo>
                  <a:lnTo>
                    <a:pt x="6747637" y="5475821"/>
                  </a:lnTo>
                  <a:close/>
                  <a:moveTo>
                    <a:pt x="6747637" y="5714679"/>
                  </a:moveTo>
                  <a:lnTo>
                    <a:pt x="6747637" y="5817047"/>
                  </a:lnTo>
                  <a:lnTo>
                    <a:pt x="6722237" y="5817047"/>
                  </a:lnTo>
                  <a:lnTo>
                    <a:pt x="6722237" y="5714679"/>
                  </a:lnTo>
                  <a:close/>
                  <a:moveTo>
                    <a:pt x="6722237" y="5953537"/>
                  </a:moveTo>
                  <a:lnTo>
                    <a:pt x="6722237" y="6055905"/>
                  </a:lnTo>
                  <a:lnTo>
                    <a:pt x="6696837" y="6055905"/>
                  </a:lnTo>
                  <a:lnTo>
                    <a:pt x="6696837" y="5953537"/>
                  </a:lnTo>
                  <a:close/>
                  <a:moveTo>
                    <a:pt x="6696837" y="6192395"/>
                  </a:moveTo>
                  <a:lnTo>
                    <a:pt x="6696837" y="6294763"/>
                  </a:lnTo>
                  <a:lnTo>
                    <a:pt x="6671437" y="6294763"/>
                  </a:lnTo>
                  <a:lnTo>
                    <a:pt x="6671437" y="6192395"/>
                  </a:lnTo>
                  <a:close/>
                  <a:moveTo>
                    <a:pt x="6671437" y="6431253"/>
                  </a:moveTo>
                  <a:lnTo>
                    <a:pt x="6671437" y="6533621"/>
                  </a:lnTo>
                  <a:lnTo>
                    <a:pt x="6646037" y="6533621"/>
                  </a:lnTo>
                  <a:lnTo>
                    <a:pt x="6646037" y="6431253"/>
                  </a:lnTo>
                  <a:close/>
                  <a:moveTo>
                    <a:pt x="6646037" y="6670111"/>
                  </a:moveTo>
                  <a:lnTo>
                    <a:pt x="6646037" y="6772479"/>
                  </a:lnTo>
                  <a:lnTo>
                    <a:pt x="6620637" y="6772479"/>
                  </a:lnTo>
                  <a:lnTo>
                    <a:pt x="6620637" y="6670111"/>
                  </a:lnTo>
                  <a:close/>
                  <a:moveTo>
                    <a:pt x="6620637" y="6908969"/>
                  </a:moveTo>
                  <a:lnTo>
                    <a:pt x="6620637" y="7011337"/>
                  </a:lnTo>
                  <a:lnTo>
                    <a:pt x="6595237" y="7011337"/>
                  </a:lnTo>
                  <a:lnTo>
                    <a:pt x="6595237" y="6908969"/>
                  </a:lnTo>
                  <a:close/>
                  <a:moveTo>
                    <a:pt x="6595237" y="7147827"/>
                  </a:moveTo>
                  <a:lnTo>
                    <a:pt x="6595237" y="7250195"/>
                  </a:lnTo>
                  <a:lnTo>
                    <a:pt x="6569837" y="7250195"/>
                  </a:lnTo>
                  <a:lnTo>
                    <a:pt x="6569837" y="7147827"/>
                  </a:lnTo>
                  <a:close/>
                  <a:moveTo>
                    <a:pt x="6569837" y="7386686"/>
                  </a:moveTo>
                  <a:lnTo>
                    <a:pt x="6569837" y="7489053"/>
                  </a:lnTo>
                  <a:lnTo>
                    <a:pt x="6544437" y="7489053"/>
                  </a:lnTo>
                  <a:lnTo>
                    <a:pt x="6544437" y="7386686"/>
                  </a:lnTo>
                  <a:close/>
                  <a:moveTo>
                    <a:pt x="6544437" y="7625543"/>
                  </a:moveTo>
                  <a:lnTo>
                    <a:pt x="6544437" y="7727911"/>
                  </a:lnTo>
                  <a:lnTo>
                    <a:pt x="6519037" y="7727911"/>
                  </a:lnTo>
                  <a:lnTo>
                    <a:pt x="6519037" y="7625543"/>
                  </a:lnTo>
                  <a:close/>
                  <a:moveTo>
                    <a:pt x="6519037" y="7864401"/>
                  </a:moveTo>
                  <a:lnTo>
                    <a:pt x="6519037" y="7966770"/>
                  </a:lnTo>
                  <a:lnTo>
                    <a:pt x="6493637" y="7966770"/>
                  </a:lnTo>
                  <a:lnTo>
                    <a:pt x="6493637" y="7864401"/>
                  </a:lnTo>
                  <a:close/>
                  <a:moveTo>
                    <a:pt x="6493637" y="8103260"/>
                  </a:moveTo>
                  <a:lnTo>
                    <a:pt x="6493637" y="8205627"/>
                  </a:lnTo>
                  <a:lnTo>
                    <a:pt x="6468237" y="8205627"/>
                  </a:lnTo>
                  <a:lnTo>
                    <a:pt x="6468237" y="8103260"/>
                  </a:lnTo>
                  <a:close/>
                  <a:moveTo>
                    <a:pt x="6468237" y="8342117"/>
                  </a:moveTo>
                  <a:lnTo>
                    <a:pt x="6468237" y="8444485"/>
                  </a:lnTo>
                  <a:lnTo>
                    <a:pt x="6442837" y="8444485"/>
                  </a:lnTo>
                  <a:lnTo>
                    <a:pt x="6442837" y="8342117"/>
                  </a:lnTo>
                  <a:close/>
                  <a:moveTo>
                    <a:pt x="6442837" y="8580975"/>
                  </a:moveTo>
                  <a:lnTo>
                    <a:pt x="6442837" y="8683344"/>
                  </a:lnTo>
                  <a:lnTo>
                    <a:pt x="6417437" y="8683344"/>
                  </a:lnTo>
                  <a:lnTo>
                    <a:pt x="6417437" y="8580975"/>
                  </a:lnTo>
                  <a:close/>
                  <a:moveTo>
                    <a:pt x="6417437" y="8819834"/>
                  </a:moveTo>
                  <a:lnTo>
                    <a:pt x="6417437" y="8922201"/>
                  </a:lnTo>
                  <a:lnTo>
                    <a:pt x="6392037" y="8922201"/>
                  </a:lnTo>
                  <a:lnTo>
                    <a:pt x="6392037" y="8819834"/>
                  </a:lnTo>
                  <a:close/>
                  <a:moveTo>
                    <a:pt x="6392037" y="9058692"/>
                  </a:moveTo>
                  <a:lnTo>
                    <a:pt x="6392037" y="9107145"/>
                  </a:lnTo>
                  <a:lnTo>
                    <a:pt x="6379337" y="9107145"/>
                  </a:lnTo>
                  <a:lnTo>
                    <a:pt x="6392037" y="9107145"/>
                  </a:lnTo>
                  <a:cubicBezTo>
                    <a:pt x="6392037" y="9126766"/>
                    <a:pt x="6390386" y="9145874"/>
                    <a:pt x="6387338" y="9164301"/>
                  </a:cubicBezTo>
                  <a:lnTo>
                    <a:pt x="6362573" y="9156965"/>
                  </a:lnTo>
                  <a:cubicBezTo>
                    <a:pt x="6365240" y="9140927"/>
                    <a:pt x="6366637" y="9124377"/>
                    <a:pt x="6366637" y="9107145"/>
                  </a:cubicBezTo>
                  <a:lnTo>
                    <a:pt x="6366637" y="9058692"/>
                  </a:lnTo>
                  <a:close/>
                  <a:moveTo>
                    <a:pt x="6310884" y="9291066"/>
                  </a:moveTo>
                  <a:cubicBezTo>
                    <a:pt x="6291961" y="9317000"/>
                    <a:pt x="6269101" y="9337643"/>
                    <a:pt x="6243701" y="9351463"/>
                  </a:cubicBezTo>
                  <a:lnTo>
                    <a:pt x="6234303" y="9319730"/>
                  </a:lnTo>
                  <a:cubicBezTo>
                    <a:pt x="6256528" y="9307786"/>
                    <a:pt x="6276340" y="9289872"/>
                    <a:pt x="6292850" y="9267180"/>
                  </a:cubicBezTo>
                  <a:close/>
                  <a:moveTo>
                    <a:pt x="6120892" y="9346174"/>
                  </a:moveTo>
                  <a:lnTo>
                    <a:pt x="6044692" y="9346174"/>
                  </a:lnTo>
                  <a:lnTo>
                    <a:pt x="6044692" y="9312052"/>
                  </a:lnTo>
                  <a:lnTo>
                    <a:pt x="6120892" y="9312052"/>
                  </a:lnTo>
                  <a:close/>
                  <a:moveTo>
                    <a:pt x="5943092" y="9312052"/>
                  </a:moveTo>
                  <a:lnTo>
                    <a:pt x="5866892" y="9312052"/>
                  </a:lnTo>
                  <a:lnTo>
                    <a:pt x="5866892" y="9277929"/>
                  </a:lnTo>
                  <a:lnTo>
                    <a:pt x="5943092" y="9277929"/>
                  </a:lnTo>
                  <a:close/>
                  <a:moveTo>
                    <a:pt x="5765292" y="9277929"/>
                  </a:moveTo>
                  <a:lnTo>
                    <a:pt x="5689092" y="9277929"/>
                  </a:lnTo>
                  <a:lnTo>
                    <a:pt x="5689092" y="9243806"/>
                  </a:lnTo>
                  <a:lnTo>
                    <a:pt x="5765292" y="9243806"/>
                  </a:lnTo>
                  <a:close/>
                  <a:moveTo>
                    <a:pt x="5587492" y="9243806"/>
                  </a:moveTo>
                  <a:lnTo>
                    <a:pt x="5511292" y="9243806"/>
                  </a:lnTo>
                  <a:lnTo>
                    <a:pt x="5511292" y="9209684"/>
                  </a:lnTo>
                  <a:lnTo>
                    <a:pt x="5587492" y="9209684"/>
                  </a:lnTo>
                  <a:close/>
                  <a:moveTo>
                    <a:pt x="5409692" y="9209684"/>
                  </a:moveTo>
                  <a:lnTo>
                    <a:pt x="5333492" y="9209684"/>
                  </a:lnTo>
                  <a:lnTo>
                    <a:pt x="5333492" y="9175561"/>
                  </a:lnTo>
                  <a:lnTo>
                    <a:pt x="5409692" y="9175561"/>
                  </a:lnTo>
                  <a:close/>
                  <a:moveTo>
                    <a:pt x="5231892" y="9175561"/>
                  </a:moveTo>
                  <a:lnTo>
                    <a:pt x="5155692" y="9175561"/>
                  </a:lnTo>
                  <a:lnTo>
                    <a:pt x="5155692" y="9141438"/>
                  </a:lnTo>
                  <a:lnTo>
                    <a:pt x="5231892" y="9141438"/>
                  </a:lnTo>
                  <a:close/>
                  <a:moveTo>
                    <a:pt x="5054092" y="9141438"/>
                  </a:moveTo>
                  <a:lnTo>
                    <a:pt x="4977892" y="9141438"/>
                  </a:lnTo>
                  <a:lnTo>
                    <a:pt x="4977892" y="9107316"/>
                  </a:lnTo>
                  <a:lnTo>
                    <a:pt x="5054092" y="9107316"/>
                  </a:lnTo>
                  <a:close/>
                  <a:moveTo>
                    <a:pt x="4876292" y="9107316"/>
                  </a:moveTo>
                  <a:lnTo>
                    <a:pt x="4800092" y="9107316"/>
                  </a:lnTo>
                  <a:lnTo>
                    <a:pt x="4800092" y="9073193"/>
                  </a:lnTo>
                  <a:lnTo>
                    <a:pt x="4876292" y="9073193"/>
                  </a:lnTo>
                  <a:close/>
                  <a:moveTo>
                    <a:pt x="4698492" y="9073193"/>
                  </a:moveTo>
                  <a:lnTo>
                    <a:pt x="4622292" y="9073193"/>
                  </a:lnTo>
                  <a:lnTo>
                    <a:pt x="4622292" y="9039071"/>
                  </a:lnTo>
                  <a:lnTo>
                    <a:pt x="4698492" y="9039071"/>
                  </a:lnTo>
                  <a:close/>
                  <a:moveTo>
                    <a:pt x="4520692" y="9039071"/>
                  </a:moveTo>
                  <a:lnTo>
                    <a:pt x="4444492" y="9039071"/>
                  </a:lnTo>
                  <a:lnTo>
                    <a:pt x="4444492" y="9004948"/>
                  </a:lnTo>
                  <a:lnTo>
                    <a:pt x="4520692" y="9004948"/>
                  </a:lnTo>
                  <a:close/>
                  <a:moveTo>
                    <a:pt x="4342892" y="9004948"/>
                  </a:moveTo>
                  <a:lnTo>
                    <a:pt x="4266692" y="9004948"/>
                  </a:lnTo>
                  <a:lnTo>
                    <a:pt x="4266692" y="8970825"/>
                  </a:lnTo>
                  <a:lnTo>
                    <a:pt x="4342892" y="8970825"/>
                  </a:lnTo>
                  <a:close/>
                  <a:moveTo>
                    <a:pt x="4165092" y="8970825"/>
                  </a:moveTo>
                  <a:lnTo>
                    <a:pt x="4088892" y="8970825"/>
                  </a:lnTo>
                  <a:lnTo>
                    <a:pt x="4088892" y="8936703"/>
                  </a:lnTo>
                  <a:lnTo>
                    <a:pt x="4165092" y="8936703"/>
                  </a:lnTo>
                  <a:close/>
                  <a:moveTo>
                    <a:pt x="3987292" y="8936703"/>
                  </a:moveTo>
                  <a:lnTo>
                    <a:pt x="3911092" y="8936703"/>
                  </a:lnTo>
                  <a:lnTo>
                    <a:pt x="3911092" y="8902581"/>
                  </a:lnTo>
                  <a:lnTo>
                    <a:pt x="3987292" y="8902581"/>
                  </a:lnTo>
                  <a:close/>
                  <a:moveTo>
                    <a:pt x="3809492" y="8902581"/>
                  </a:moveTo>
                  <a:lnTo>
                    <a:pt x="3733292" y="8902581"/>
                  </a:lnTo>
                  <a:lnTo>
                    <a:pt x="3733292" y="8868458"/>
                  </a:lnTo>
                  <a:lnTo>
                    <a:pt x="3809492" y="8868458"/>
                  </a:lnTo>
                  <a:close/>
                  <a:moveTo>
                    <a:pt x="3631692" y="8868458"/>
                  </a:moveTo>
                  <a:lnTo>
                    <a:pt x="3555492" y="8868458"/>
                  </a:lnTo>
                  <a:lnTo>
                    <a:pt x="3555492" y="8834335"/>
                  </a:lnTo>
                  <a:lnTo>
                    <a:pt x="3631692" y="8834335"/>
                  </a:lnTo>
                  <a:close/>
                  <a:moveTo>
                    <a:pt x="3453892" y="8834335"/>
                  </a:moveTo>
                  <a:lnTo>
                    <a:pt x="3377692" y="8834335"/>
                  </a:lnTo>
                  <a:lnTo>
                    <a:pt x="3377692" y="8800212"/>
                  </a:lnTo>
                  <a:lnTo>
                    <a:pt x="3453892" y="8800212"/>
                  </a:lnTo>
                  <a:close/>
                  <a:moveTo>
                    <a:pt x="3276092" y="8800212"/>
                  </a:moveTo>
                  <a:lnTo>
                    <a:pt x="3199892" y="8800212"/>
                  </a:lnTo>
                  <a:lnTo>
                    <a:pt x="3199892" y="8766091"/>
                  </a:lnTo>
                  <a:lnTo>
                    <a:pt x="3276092" y="8766091"/>
                  </a:lnTo>
                  <a:close/>
                  <a:moveTo>
                    <a:pt x="3098292" y="8766091"/>
                  </a:moveTo>
                  <a:lnTo>
                    <a:pt x="3022092" y="8766091"/>
                  </a:lnTo>
                  <a:lnTo>
                    <a:pt x="3022092" y="8731968"/>
                  </a:lnTo>
                  <a:lnTo>
                    <a:pt x="3098292" y="8731968"/>
                  </a:lnTo>
                  <a:close/>
                  <a:moveTo>
                    <a:pt x="2920492" y="8731968"/>
                  </a:moveTo>
                  <a:lnTo>
                    <a:pt x="2844292" y="8731968"/>
                  </a:lnTo>
                  <a:lnTo>
                    <a:pt x="2844292" y="8697845"/>
                  </a:lnTo>
                  <a:lnTo>
                    <a:pt x="2920492" y="8697845"/>
                  </a:lnTo>
                  <a:close/>
                  <a:moveTo>
                    <a:pt x="2742692" y="8697845"/>
                  </a:moveTo>
                  <a:lnTo>
                    <a:pt x="2666492" y="8697845"/>
                  </a:lnTo>
                  <a:lnTo>
                    <a:pt x="2666492" y="8663722"/>
                  </a:lnTo>
                  <a:lnTo>
                    <a:pt x="2742692" y="8663722"/>
                  </a:lnTo>
                  <a:close/>
                  <a:moveTo>
                    <a:pt x="2564892" y="8663722"/>
                  </a:moveTo>
                  <a:lnTo>
                    <a:pt x="2488692" y="8663722"/>
                  </a:lnTo>
                  <a:lnTo>
                    <a:pt x="2488692" y="8629600"/>
                  </a:lnTo>
                  <a:lnTo>
                    <a:pt x="2564892" y="8629600"/>
                  </a:lnTo>
                  <a:close/>
                  <a:moveTo>
                    <a:pt x="2387092" y="8629600"/>
                  </a:moveTo>
                  <a:lnTo>
                    <a:pt x="2310892" y="8629600"/>
                  </a:lnTo>
                  <a:lnTo>
                    <a:pt x="2310892" y="8595477"/>
                  </a:lnTo>
                  <a:lnTo>
                    <a:pt x="2387092" y="8595477"/>
                  </a:lnTo>
                  <a:close/>
                  <a:moveTo>
                    <a:pt x="2209292" y="8595477"/>
                  </a:moveTo>
                  <a:lnTo>
                    <a:pt x="2133092" y="8595477"/>
                  </a:lnTo>
                  <a:lnTo>
                    <a:pt x="2133092" y="8561355"/>
                  </a:lnTo>
                  <a:lnTo>
                    <a:pt x="2209292" y="8561355"/>
                  </a:lnTo>
                  <a:close/>
                  <a:moveTo>
                    <a:pt x="2031492" y="8561355"/>
                  </a:moveTo>
                  <a:lnTo>
                    <a:pt x="1955292" y="8561355"/>
                  </a:lnTo>
                  <a:lnTo>
                    <a:pt x="1955292" y="8527232"/>
                  </a:lnTo>
                  <a:lnTo>
                    <a:pt x="2031492" y="8527232"/>
                  </a:lnTo>
                  <a:close/>
                  <a:moveTo>
                    <a:pt x="1853692" y="8527232"/>
                  </a:moveTo>
                  <a:lnTo>
                    <a:pt x="1777492" y="8527232"/>
                  </a:lnTo>
                  <a:lnTo>
                    <a:pt x="1777492" y="8493109"/>
                  </a:lnTo>
                  <a:lnTo>
                    <a:pt x="1853692" y="8493109"/>
                  </a:lnTo>
                  <a:close/>
                  <a:moveTo>
                    <a:pt x="1675892" y="8493109"/>
                  </a:moveTo>
                  <a:lnTo>
                    <a:pt x="1599692" y="8493109"/>
                  </a:lnTo>
                  <a:lnTo>
                    <a:pt x="1599692" y="8458987"/>
                  </a:lnTo>
                  <a:lnTo>
                    <a:pt x="1675892" y="8458987"/>
                  </a:lnTo>
                  <a:close/>
                  <a:moveTo>
                    <a:pt x="1498092" y="8458987"/>
                  </a:moveTo>
                  <a:lnTo>
                    <a:pt x="1421892" y="8458987"/>
                  </a:lnTo>
                  <a:lnTo>
                    <a:pt x="1421892" y="8424864"/>
                  </a:lnTo>
                  <a:lnTo>
                    <a:pt x="1498092" y="8424864"/>
                  </a:lnTo>
                  <a:close/>
                  <a:moveTo>
                    <a:pt x="1320292" y="8424864"/>
                  </a:moveTo>
                  <a:lnTo>
                    <a:pt x="1244092" y="8424864"/>
                  </a:lnTo>
                  <a:lnTo>
                    <a:pt x="1244092" y="8390742"/>
                  </a:lnTo>
                  <a:lnTo>
                    <a:pt x="1320292" y="8390742"/>
                  </a:lnTo>
                  <a:close/>
                  <a:moveTo>
                    <a:pt x="1142492" y="8390742"/>
                  </a:moveTo>
                  <a:lnTo>
                    <a:pt x="1066292" y="8390742"/>
                  </a:lnTo>
                  <a:lnTo>
                    <a:pt x="1066292" y="8356619"/>
                  </a:lnTo>
                  <a:lnTo>
                    <a:pt x="1142492" y="8356619"/>
                  </a:lnTo>
                  <a:close/>
                  <a:moveTo>
                    <a:pt x="964692" y="8356619"/>
                  </a:moveTo>
                  <a:lnTo>
                    <a:pt x="888492" y="8356619"/>
                  </a:lnTo>
                  <a:lnTo>
                    <a:pt x="888492" y="8322497"/>
                  </a:lnTo>
                  <a:lnTo>
                    <a:pt x="964692" y="8322497"/>
                  </a:lnTo>
                  <a:close/>
                  <a:moveTo>
                    <a:pt x="786892" y="8322497"/>
                  </a:moveTo>
                  <a:lnTo>
                    <a:pt x="710692" y="8322497"/>
                  </a:lnTo>
                  <a:lnTo>
                    <a:pt x="710692" y="8288374"/>
                  </a:lnTo>
                  <a:lnTo>
                    <a:pt x="786892" y="8288374"/>
                  </a:lnTo>
                  <a:close/>
                  <a:moveTo>
                    <a:pt x="609092" y="8288374"/>
                  </a:moveTo>
                  <a:lnTo>
                    <a:pt x="532892" y="8288374"/>
                  </a:lnTo>
                  <a:lnTo>
                    <a:pt x="532892" y="8254251"/>
                  </a:lnTo>
                  <a:lnTo>
                    <a:pt x="609092" y="8254251"/>
                  </a:lnTo>
                  <a:close/>
                  <a:moveTo>
                    <a:pt x="431292" y="8254251"/>
                  </a:moveTo>
                  <a:lnTo>
                    <a:pt x="355092" y="8254251"/>
                  </a:lnTo>
                  <a:lnTo>
                    <a:pt x="355092" y="8220129"/>
                  </a:lnTo>
                  <a:lnTo>
                    <a:pt x="431292" y="8220129"/>
                  </a:lnTo>
                  <a:close/>
                  <a:moveTo>
                    <a:pt x="253492" y="8220129"/>
                  </a:moveTo>
                  <a:lnTo>
                    <a:pt x="177292" y="8220129"/>
                  </a:lnTo>
                  <a:lnTo>
                    <a:pt x="177292" y="8186007"/>
                  </a:lnTo>
                  <a:lnTo>
                    <a:pt x="253492" y="8186007"/>
                  </a:lnTo>
                  <a:close/>
                  <a:moveTo>
                    <a:pt x="73152" y="8179012"/>
                  </a:moveTo>
                  <a:cubicBezTo>
                    <a:pt x="46228" y="8170481"/>
                    <a:pt x="21336" y="8154443"/>
                    <a:pt x="0" y="8132775"/>
                  </a:cubicBezTo>
                  <a:lnTo>
                    <a:pt x="15367" y="8105648"/>
                  </a:lnTo>
                  <a:cubicBezTo>
                    <a:pt x="34036" y="8124586"/>
                    <a:pt x="55499" y="8138576"/>
                    <a:pt x="78994" y="8145913"/>
                  </a:cubicBezTo>
                  <a:close/>
                  <a:moveTo>
                    <a:pt x="893318" y="9201836"/>
                  </a:moveTo>
                  <a:cubicBezTo>
                    <a:pt x="884809" y="9172491"/>
                    <a:pt x="880237" y="9140585"/>
                    <a:pt x="880237" y="9107316"/>
                  </a:cubicBezTo>
                  <a:lnTo>
                    <a:pt x="880237" y="9095373"/>
                  </a:lnTo>
                  <a:lnTo>
                    <a:pt x="905637" y="9095373"/>
                  </a:lnTo>
                  <a:lnTo>
                    <a:pt x="905637" y="9107316"/>
                  </a:lnTo>
                  <a:lnTo>
                    <a:pt x="892937" y="9107316"/>
                  </a:lnTo>
                  <a:lnTo>
                    <a:pt x="905637" y="9107316"/>
                  </a:lnTo>
                  <a:cubicBezTo>
                    <a:pt x="905637" y="9136321"/>
                    <a:pt x="909701" y="9164131"/>
                    <a:pt x="916940" y="9189551"/>
                  </a:cubicBezTo>
                  <a:close/>
                  <a:moveTo>
                    <a:pt x="880237" y="8958713"/>
                  </a:moveTo>
                  <a:lnTo>
                    <a:pt x="880237" y="8856345"/>
                  </a:lnTo>
                  <a:lnTo>
                    <a:pt x="905637" y="8856345"/>
                  </a:lnTo>
                  <a:lnTo>
                    <a:pt x="905637" y="8958713"/>
                  </a:lnTo>
                  <a:close/>
                  <a:moveTo>
                    <a:pt x="905637" y="8719855"/>
                  </a:moveTo>
                  <a:lnTo>
                    <a:pt x="905637" y="8617487"/>
                  </a:lnTo>
                  <a:lnTo>
                    <a:pt x="905637" y="8719855"/>
                  </a:lnTo>
                  <a:close/>
                  <a:moveTo>
                    <a:pt x="905637" y="8480997"/>
                  </a:moveTo>
                  <a:lnTo>
                    <a:pt x="905637" y="8378629"/>
                  </a:lnTo>
                  <a:lnTo>
                    <a:pt x="905637" y="8480997"/>
                  </a:lnTo>
                  <a:close/>
                  <a:moveTo>
                    <a:pt x="905637" y="8242139"/>
                  </a:moveTo>
                  <a:lnTo>
                    <a:pt x="905637" y="8139771"/>
                  </a:lnTo>
                  <a:lnTo>
                    <a:pt x="905637" y="8242139"/>
                  </a:lnTo>
                  <a:close/>
                  <a:moveTo>
                    <a:pt x="905637" y="8003280"/>
                  </a:moveTo>
                  <a:lnTo>
                    <a:pt x="905637" y="7900913"/>
                  </a:lnTo>
                  <a:lnTo>
                    <a:pt x="905637" y="8003280"/>
                  </a:lnTo>
                  <a:close/>
                  <a:moveTo>
                    <a:pt x="905637" y="7764422"/>
                  </a:moveTo>
                  <a:lnTo>
                    <a:pt x="905637" y="7662055"/>
                  </a:lnTo>
                  <a:lnTo>
                    <a:pt x="905637" y="7764422"/>
                  </a:lnTo>
                  <a:close/>
                  <a:moveTo>
                    <a:pt x="905637" y="7525565"/>
                  </a:moveTo>
                  <a:lnTo>
                    <a:pt x="905637" y="7423197"/>
                  </a:lnTo>
                  <a:lnTo>
                    <a:pt x="905637" y="7525565"/>
                  </a:lnTo>
                  <a:close/>
                  <a:moveTo>
                    <a:pt x="905637" y="7286706"/>
                  </a:moveTo>
                  <a:lnTo>
                    <a:pt x="905637" y="7184339"/>
                  </a:lnTo>
                  <a:lnTo>
                    <a:pt x="905637" y="7286706"/>
                  </a:lnTo>
                  <a:close/>
                  <a:moveTo>
                    <a:pt x="905637" y="7047848"/>
                  </a:moveTo>
                  <a:lnTo>
                    <a:pt x="905637" y="6945481"/>
                  </a:lnTo>
                  <a:lnTo>
                    <a:pt x="905637" y="7047848"/>
                  </a:lnTo>
                  <a:close/>
                  <a:moveTo>
                    <a:pt x="905637" y="6808991"/>
                  </a:moveTo>
                  <a:lnTo>
                    <a:pt x="905637" y="6706622"/>
                  </a:lnTo>
                  <a:lnTo>
                    <a:pt x="905637" y="6808991"/>
                  </a:lnTo>
                  <a:close/>
                  <a:moveTo>
                    <a:pt x="905637" y="6570132"/>
                  </a:moveTo>
                  <a:lnTo>
                    <a:pt x="905637" y="6467765"/>
                  </a:lnTo>
                  <a:lnTo>
                    <a:pt x="905637" y="6570132"/>
                  </a:lnTo>
                  <a:close/>
                  <a:moveTo>
                    <a:pt x="905637" y="6331274"/>
                  </a:moveTo>
                  <a:lnTo>
                    <a:pt x="905637" y="6228907"/>
                  </a:lnTo>
                  <a:lnTo>
                    <a:pt x="905637" y="6331274"/>
                  </a:lnTo>
                  <a:close/>
                  <a:moveTo>
                    <a:pt x="905637" y="6092416"/>
                  </a:moveTo>
                  <a:lnTo>
                    <a:pt x="905637" y="5990048"/>
                  </a:lnTo>
                  <a:lnTo>
                    <a:pt x="905637" y="6092416"/>
                  </a:lnTo>
                  <a:close/>
                  <a:moveTo>
                    <a:pt x="905637" y="5853558"/>
                  </a:moveTo>
                  <a:lnTo>
                    <a:pt x="905637" y="5751190"/>
                  </a:lnTo>
                  <a:lnTo>
                    <a:pt x="905637" y="5853558"/>
                  </a:lnTo>
                  <a:close/>
                  <a:moveTo>
                    <a:pt x="905637" y="5614700"/>
                  </a:moveTo>
                  <a:lnTo>
                    <a:pt x="905637" y="5512333"/>
                  </a:lnTo>
                  <a:lnTo>
                    <a:pt x="905637" y="5614700"/>
                  </a:lnTo>
                  <a:close/>
                  <a:moveTo>
                    <a:pt x="905637" y="5375842"/>
                  </a:moveTo>
                  <a:lnTo>
                    <a:pt x="905637" y="5273474"/>
                  </a:lnTo>
                  <a:lnTo>
                    <a:pt x="905637" y="5375842"/>
                  </a:lnTo>
                  <a:close/>
                  <a:moveTo>
                    <a:pt x="905637" y="5136984"/>
                  </a:moveTo>
                  <a:lnTo>
                    <a:pt x="905637" y="5034616"/>
                  </a:lnTo>
                  <a:lnTo>
                    <a:pt x="905637" y="5136984"/>
                  </a:lnTo>
                  <a:close/>
                  <a:moveTo>
                    <a:pt x="905637" y="4898126"/>
                  </a:moveTo>
                  <a:lnTo>
                    <a:pt x="905637" y="4795758"/>
                  </a:lnTo>
                  <a:lnTo>
                    <a:pt x="905637" y="4898126"/>
                  </a:lnTo>
                  <a:close/>
                  <a:moveTo>
                    <a:pt x="905637" y="4659268"/>
                  </a:moveTo>
                  <a:lnTo>
                    <a:pt x="905637" y="4556900"/>
                  </a:lnTo>
                  <a:lnTo>
                    <a:pt x="905637" y="4659268"/>
                  </a:lnTo>
                  <a:close/>
                  <a:moveTo>
                    <a:pt x="905637" y="4420410"/>
                  </a:moveTo>
                  <a:lnTo>
                    <a:pt x="905637" y="4318042"/>
                  </a:lnTo>
                  <a:lnTo>
                    <a:pt x="905637" y="4420410"/>
                  </a:lnTo>
                  <a:close/>
                  <a:moveTo>
                    <a:pt x="905637" y="4181552"/>
                  </a:moveTo>
                  <a:lnTo>
                    <a:pt x="905637" y="4079184"/>
                  </a:lnTo>
                  <a:lnTo>
                    <a:pt x="905637" y="4181552"/>
                  </a:lnTo>
                  <a:close/>
                  <a:moveTo>
                    <a:pt x="905637" y="3942694"/>
                  </a:moveTo>
                  <a:lnTo>
                    <a:pt x="905637" y="3840326"/>
                  </a:lnTo>
                  <a:lnTo>
                    <a:pt x="905637" y="3942694"/>
                  </a:lnTo>
                  <a:close/>
                  <a:moveTo>
                    <a:pt x="905637" y="3703836"/>
                  </a:moveTo>
                  <a:lnTo>
                    <a:pt x="905637" y="3601468"/>
                  </a:lnTo>
                  <a:lnTo>
                    <a:pt x="905637" y="3703836"/>
                  </a:lnTo>
                  <a:close/>
                  <a:moveTo>
                    <a:pt x="905637" y="3464978"/>
                  </a:moveTo>
                  <a:lnTo>
                    <a:pt x="905637" y="3362610"/>
                  </a:lnTo>
                  <a:lnTo>
                    <a:pt x="905637" y="3464978"/>
                  </a:lnTo>
                  <a:close/>
                  <a:moveTo>
                    <a:pt x="905637" y="3226120"/>
                  </a:moveTo>
                  <a:lnTo>
                    <a:pt x="905637" y="3123752"/>
                  </a:lnTo>
                  <a:lnTo>
                    <a:pt x="905637" y="3226120"/>
                  </a:lnTo>
                  <a:close/>
                  <a:moveTo>
                    <a:pt x="905637" y="2987262"/>
                  </a:moveTo>
                  <a:lnTo>
                    <a:pt x="905637" y="2884894"/>
                  </a:lnTo>
                  <a:lnTo>
                    <a:pt x="905637" y="2987262"/>
                  </a:lnTo>
                  <a:close/>
                  <a:moveTo>
                    <a:pt x="905637" y="2748404"/>
                  </a:moveTo>
                  <a:lnTo>
                    <a:pt x="905637" y="2646036"/>
                  </a:lnTo>
                  <a:lnTo>
                    <a:pt x="905637" y="2748404"/>
                  </a:lnTo>
                  <a:close/>
                  <a:moveTo>
                    <a:pt x="905637" y="2509545"/>
                  </a:moveTo>
                  <a:lnTo>
                    <a:pt x="905637" y="2407178"/>
                  </a:lnTo>
                  <a:lnTo>
                    <a:pt x="905637" y="2509545"/>
                  </a:lnTo>
                  <a:close/>
                  <a:moveTo>
                    <a:pt x="905637" y="2270687"/>
                  </a:moveTo>
                  <a:lnTo>
                    <a:pt x="905637" y="2168320"/>
                  </a:lnTo>
                  <a:lnTo>
                    <a:pt x="905637" y="2270687"/>
                  </a:lnTo>
                  <a:close/>
                  <a:moveTo>
                    <a:pt x="905637" y="2031829"/>
                  </a:moveTo>
                  <a:lnTo>
                    <a:pt x="905637" y="1929462"/>
                  </a:lnTo>
                  <a:lnTo>
                    <a:pt x="905637" y="2031829"/>
                  </a:lnTo>
                  <a:close/>
                  <a:moveTo>
                    <a:pt x="905637" y="1792971"/>
                  </a:moveTo>
                  <a:lnTo>
                    <a:pt x="905637" y="1690604"/>
                  </a:lnTo>
                  <a:lnTo>
                    <a:pt x="905637" y="1792971"/>
                  </a:lnTo>
                  <a:close/>
                  <a:moveTo>
                    <a:pt x="905637" y="1554113"/>
                  </a:moveTo>
                  <a:lnTo>
                    <a:pt x="905637" y="1451746"/>
                  </a:lnTo>
                  <a:lnTo>
                    <a:pt x="905637" y="1554113"/>
                  </a:lnTo>
                  <a:close/>
                  <a:moveTo>
                    <a:pt x="905637" y="1315255"/>
                  </a:moveTo>
                  <a:lnTo>
                    <a:pt x="905637" y="1212887"/>
                  </a:lnTo>
                  <a:lnTo>
                    <a:pt x="905637" y="1315255"/>
                  </a:lnTo>
                  <a:close/>
                  <a:moveTo>
                    <a:pt x="905637" y="1076397"/>
                  </a:moveTo>
                  <a:lnTo>
                    <a:pt x="905637" y="974029"/>
                  </a:lnTo>
                  <a:lnTo>
                    <a:pt x="905637" y="1076397"/>
                  </a:lnTo>
                  <a:close/>
                  <a:moveTo>
                    <a:pt x="905637" y="837539"/>
                  </a:moveTo>
                  <a:lnTo>
                    <a:pt x="905637" y="735171"/>
                  </a:lnTo>
                  <a:lnTo>
                    <a:pt x="905637" y="837539"/>
                  </a:lnTo>
                  <a:close/>
                  <a:moveTo>
                    <a:pt x="905637" y="598681"/>
                  </a:moveTo>
                  <a:lnTo>
                    <a:pt x="905637" y="496313"/>
                  </a:lnTo>
                  <a:lnTo>
                    <a:pt x="905637" y="598681"/>
                  </a:lnTo>
                  <a:close/>
                  <a:moveTo>
                    <a:pt x="905637" y="359823"/>
                  </a:moveTo>
                  <a:lnTo>
                    <a:pt x="905637" y="262744"/>
                  </a:lnTo>
                  <a:lnTo>
                    <a:pt x="892937" y="262744"/>
                  </a:lnTo>
                  <a:lnTo>
                    <a:pt x="880237" y="262744"/>
                  </a:lnTo>
                  <a:cubicBezTo>
                    <a:pt x="880237" y="224868"/>
                    <a:pt x="886206" y="188868"/>
                    <a:pt x="896874" y="156452"/>
                  </a:cubicBezTo>
                  <a:lnTo>
                    <a:pt x="920115" y="170272"/>
                  </a:lnTo>
                  <a:cubicBezTo>
                    <a:pt x="910844" y="198593"/>
                    <a:pt x="905637" y="229816"/>
                    <a:pt x="905637" y="262744"/>
                  </a:cubicBezTo>
                  <a:lnTo>
                    <a:pt x="905637" y="359823"/>
                  </a:ln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09195" y="2939415"/>
            <a:ext cx="4819650" cy="7027545"/>
            <a:chOff x="0" y="0"/>
            <a:chExt cx="6426200" cy="93700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7061"/>
              <a:ext cx="6400800" cy="9335938"/>
            </a:xfrm>
            <a:custGeom>
              <a:avLst/>
              <a:gdLst/>
              <a:ahLst/>
              <a:cxnLst/>
              <a:rect r="r" b="b" t="t" l="l"/>
              <a:pathLst>
                <a:path h="9335938" w="6400800">
                  <a:moveTo>
                    <a:pt x="0" y="245683"/>
                  </a:moveTo>
                  <a:cubicBezTo>
                    <a:pt x="0" y="110046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110046"/>
                    <a:pt x="6400800" y="245683"/>
                  </a:cubicBezTo>
                  <a:lnTo>
                    <a:pt x="6400800" y="9090255"/>
                  </a:lnTo>
                  <a:cubicBezTo>
                    <a:pt x="6400800" y="9225893"/>
                    <a:pt x="6318885" y="9335938"/>
                    <a:pt x="6217920" y="9335938"/>
                  </a:cubicBezTo>
                  <a:lnTo>
                    <a:pt x="182880" y="9335938"/>
                  </a:lnTo>
                  <a:cubicBezTo>
                    <a:pt x="81915" y="9335938"/>
                    <a:pt x="0" y="9225893"/>
                    <a:pt x="0" y="9090255"/>
                  </a:cubicBezTo>
                  <a:close/>
                </a:path>
              </a:pathLst>
            </a:custGeom>
            <a:blipFill>
              <a:blip r:embed="rId5"/>
              <a:stretch>
                <a:fillRect l="-4752" t="0" r="-4752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-880237" y="0"/>
              <a:ext cx="7306437" cy="9351463"/>
            </a:xfrm>
            <a:custGeom>
              <a:avLst/>
              <a:gdLst/>
              <a:ahLst/>
              <a:cxnLst/>
              <a:rect r="r" b="b" t="t" l="l"/>
              <a:pathLst>
                <a:path h="9351463" w="7306437">
                  <a:moveTo>
                    <a:pt x="965581" y="45724"/>
                  </a:moveTo>
                  <a:cubicBezTo>
                    <a:pt x="987679" y="25421"/>
                    <a:pt x="1012952" y="11090"/>
                    <a:pt x="1040257" y="4265"/>
                  </a:cubicBezTo>
                  <a:lnTo>
                    <a:pt x="1044829" y="37876"/>
                  </a:lnTo>
                  <a:cubicBezTo>
                    <a:pt x="1021080" y="43677"/>
                    <a:pt x="998982" y="56302"/>
                    <a:pt x="979805" y="73875"/>
                  </a:cubicBezTo>
                  <a:close/>
                  <a:moveTo>
                    <a:pt x="1144016" y="0"/>
                  </a:moveTo>
                  <a:lnTo>
                    <a:pt x="1220216" y="0"/>
                  </a:lnTo>
                  <a:lnTo>
                    <a:pt x="1220216" y="34123"/>
                  </a:lnTo>
                  <a:lnTo>
                    <a:pt x="1144016" y="34123"/>
                  </a:lnTo>
                  <a:close/>
                  <a:moveTo>
                    <a:pt x="1321816" y="34123"/>
                  </a:moveTo>
                  <a:lnTo>
                    <a:pt x="1398016" y="34123"/>
                  </a:lnTo>
                  <a:lnTo>
                    <a:pt x="1321816" y="34123"/>
                  </a:lnTo>
                  <a:close/>
                  <a:moveTo>
                    <a:pt x="1499616" y="34123"/>
                  </a:moveTo>
                  <a:lnTo>
                    <a:pt x="1575816" y="34123"/>
                  </a:lnTo>
                  <a:lnTo>
                    <a:pt x="1499616" y="34123"/>
                  </a:lnTo>
                  <a:close/>
                  <a:moveTo>
                    <a:pt x="1677416" y="34123"/>
                  </a:moveTo>
                  <a:lnTo>
                    <a:pt x="1753616" y="34123"/>
                  </a:lnTo>
                  <a:lnTo>
                    <a:pt x="1677416" y="34123"/>
                  </a:lnTo>
                  <a:close/>
                  <a:moveTo>
                    <a:pt x="1855216" y="34123"/>
                  </a:moveTo>
                  <a:lnTo>
                    <a:pt x="1931416" y="34123"/>
                  </a:lnTo>
                  <a:lnTo>
                    <a:pt x="1855216" y="34123"/>
                  </a:lnTo>
                  <a:close/>
                  <a:moveTo>
                    <a:pt x="2033016" y="34123"/>
                  </a:moveTo>
                  <a:lnTo>
                    <a:pt x="2109216" y="34123"/>
                  </a:lnTo>
                  <a:lnTo>
                    <a:pt x="2033016" y="34123"/>
                  </a:lnTo>
                  <a:close/>
                  <a:moveTo>
                    <a:pt x="2210816" y="34123"/>
                  </a:moveTo>
                  <a:lnTo>
                    <a:pt x="2287016" y="34123"/>
                  </a:lnTo>
                  <a:lnTo>
                    <a:pt x="2210816" y="34123"/>
                  </a:lnTo>
                  <a:close/>
                  <a:moveTo>
                    <a:pt x="2388616" y="34123"/>
                  </a:moveTo>
                  <a:lnTo>
                    <a:pt x="2464816" y="34123"/>
                  </a:lnTo>
                  <a:lnTo>
                    <a:pt x="2388616" y="34123"/>
                  </a:lnTo>
                  <a:close/>
                  <a:moveTo>
                    <a:pt x="2566416" y="34123"/>
                  </a:moveTo>
                  <a:lnTo>
                    <a:pt x="2642616" y="34123"/>
                  </a:lnTo>
                  <a:lnTo>
                    <a:pt x="2566416" y="34123"/>
                  </a:lnTo>
                  <a:close/>
                  <a:moveTo>
                    <a:pt x="2744216" y="34123"/>
                  </a:moveTo>
                  <a:lnTo>
                    <a:pt x="2820416" y="34123"/>
                  </a:lnTo>
                  <a:lnTo>
                    <a:pt x="2744216" y="34123"/>
                  </a:lnTo>
                  <a:close/>
                  <a:moveTo>
                    <a:pt x="2922016" y="34123"/>
                  </a:moveTo>
                  <a:lnTo>
                    <a:pt x="2998216" y="34123"/>
                  </a:lnTo>
                  <a:lnTo>
                    <a:pt x="2922016" y="34123"/>
                  </a:lnTo>
                  <a:close/>
                  <a:moveTo>
                    <a:pt x="3099816" y="34123"/>
                  </a:moveTo>
                  <a:lnTo>
                    <a:pt x="3176016" y="34123"/>
                  </a:lnTo>
                  <a:lnTo>
                    <a:pt x="3099816" y="34123"/>
                  </a:lnTo>
                  <a:close/>
                  <a:moveTo>
                    <a:pt x="3277616" y="34123"/>
                  </a:moveTo>
                  <a:lnTo>
                    <a:pt x="3353816" y="34123"/>
                  </a:lnTo>
                  <a:lnTo>
                    <a:pt x="3277616" y="34123"/>
                  </a:lnTo>
                  <a:close/>
                  <a:moveTo>
                    <a:pt x="3455416" y="34123"/>
                  </a:moveTo>
                  <a:lnTo>
                    <a:pt x="3531616" y="34123"/>
                  </a:lnTo>
                  <a:lnTo>
                    <a:pt x="3455416" y="34123"/>
                  </a:lnTo>
                  <a:close/>
                  <a:moveTo>
                    <a:pt x="3633216" y="34123"/>
                  </a:moveTo>
                  <a:lnTo>
                    <a:pt x="3709416" y="34123"/>
                  </a:lnTo>
                  <a:lnTo>
                    <a:pt x="3633216" y="34123"/>
                  </a:lnTo>
                  <a:close/>
                  <a:moveTo>
                    <a:pt x="3811016" y="34123"/>
                  </a:moveTo>
                  <a:lnTo>
                    <a:pt x="3887216" y="34123"/>
                  </a:lnTo>
                  <a:lnTo>
                    <a:pt x="3811016" y="34123"/>
                  </a:lnTo>
                  <a:close/>
                  <a:moveTo>
                    <a:pt x="3988816" y="34123"/>
                  </a:moveTo>
                  <a:lnTo>
                    <a:pt x="4065016" y="34123"/>
                  </a:lnTo>
                  <a:lnTo>
                    <a:pt x="3988816" y="34123"/>
                  </a:lnTo>
                  <a:close/>
                  <a:moveTo>
                    <a:pt x="4166616" y="34123"/>
                  </a:moveTo>
                  <a:lnTo>
                    <a:pt x="4242816" y="34123"/>
                  </a:lnTo>
                  <a:lnTo>
                    <a:pt x="4166616" y="34123"/>
                  </a:lnTo>
                  <a:close/>
                  <a:moveTo>
                    <a:pt x="4344416" y="34123"/>
                  </a:moveTo>
                  <a:lnTo>
                    <a:pt x="4420616" y="34123"/>
                  </a:lnTo>
                  <a:lnTo>
                    <a:pt x="4344416" y="34123"/>
                  </a:lnTo>
                  <a:close/>
                  <a:moveTo>
                    <a:pt x="4522216" y="34123"/>
                  </a:moveTo>
                  <a:lnTo>
                    <a:pt x="4598416" y="34123"/>
                  </a:lnTo>
                  <a:lnTo>
                    <a:pt x="4522216" y="34123"/>
                  </a:lnTo>
                  <a:close/>
                  <a:moveTo>
                    <a:pt x="4700016" y="34123"/>
                  </a:moveTo>
                  <a:lnTo>
                    <a:pt x="4776216" y="34123"/>
                  </a:lnTo>
                  <a:lnTo>
                    <a:pt x="4700016" y="34123"/>
                  </a:lnTo>
                  <a:close/>
                  <a:moveTo>
                    <a:pt x="4877816" y="34123"/>
                  </a:moveTo>
                  <a:lnTo>
                    <a:pt x="4954016" y="34123"/>
                  </a:lnTo>
                  <a:lnTo>
                    <a:pt x="4877816" y="34123"/>
                  </a:lnTo>
                  <a:close/>
                  <a:moveTo>
                    <a:pt x="5055616" y="34123"/>
                  </a:moveTo>
                  <a:lnTo>
                    <a:pt x="5131816" y="34123"/>
                  </a:lnTo>
                  <a:lnTo>
                    <a:pt x="5055616" y="34123"/>
                  </a:lnTo>
                  <a:close/>
                  <a:moveTo>
                    <a:pt x="5233416" y="34123"/>
                  </a:moveTo>
                  <a:lnTo>
                    <a:pt x="5309616" y="34123"/>
                  </a:lnTo>
                  <a:lnTo>
                    <a:pt x="5233416" y="34123"/>
                  </a:lnTo>
                  <a:close/>
                  <a:moveTo>
                    <a:pt x="5411216" y="34123"/>
                  </a:moveTo>
                  <a:lnTo>
                    <a:pt x="5487416" y="34123"/>
                  </a:lnTo>
                  <a:lnTo>
                    <a:pt x="5411216" y="34123"/>
                  </a:lnTo>
                  <a:close/>
                  <a:moveTo>
                    <a:pt x="5589016" y="34123"/>
                  </a:moveTo>
                  <a:lnTo>
                    <a:pt x="5665216" y="34123"/>
                  </a:lnTo>
                  <a:lnTo>
                    <a:pt x="5589016" y="34123"/>
                  </a:lnTo>
                  <a:close/>
                  <a:moveTo>
                    <a:pt x="5766816" y="34123"/>
                  </a:moveTo>
                  <a:lnTo>
                    <a:pt x="5843016" y="34123"/>
                  </a:lnTo>
                  <a:lnTo>
                    <a:pt x="5766816" y="34123"/>
                  </a:lnTo>
                  <a:close/>
                  <a:moveTo>
                    <a:pt x="5944616" y="34123"/>
                  </a:moveTo>
                  <a:lnTo>
                    <a:pt x="6020816" y="34123"/>
                  </a:lnTo>
                  <a:lnTo>
                    <a:pt x="5944616" y="34123"/>
                  </a:lnTo>
                  <a:close/>
                  <a:moveTo>
                    <a:pt x="6122416" y="34123"/>
                  </a:moveTo>
                  <a:lnTo>
                    <a:pt x="6198616" y="34123"/>
                  </a:lnTo>
                  <a:lnTo>
                    <a:pt x="6122416" y="34123"/>
                  </a:lnTo>
                  <a:close/>
                  <a:moveTo>
                    <a:pt x="6300216" y="34123"/>
                  </a:moveTo>
                  <a:lnTo>
                    <a:pt x="6376416" y="34123"/>
                  </a:lnTo>
                  <a:lnTo>
                    <a:pt x="6300216" y="34123"/>
                  </a:lnTo>
                  <a:close/>
                  <a:moveTo>
                    <a:pt x="6478016" y="34123"/>
                  </a:moveTo>
                  <a:lnTo>
                    <a:pt x="6554216" y="34123"/>
                  </a:lnTo>
                  <a:lnTo>
                    <a:pt x="6478016" y="34123"/>
                  </a:lnTo>
                  <a:close/>
                  <a:moveTo>
                    <a:pt x="6655816" y="34123"/>
                  </a:moveTo>
                  <a:lnTo>
                    <a:pt x="6732016" y="34123"/>
                  </a:lnTo>
                  <a:lnTo>
                    <a:pt x="6655816" y="34123"/>
                  </a:lnTo>
                  <a:close/>
                  <a:moveTo>
                    <a:pt x="6833616" y="34123"/>
                  </a:moveTo>
                  <a:lnTo>
                    <a:pt x="6909816" y="34123"/>
                  </a:lnTo>
                  <a:lnTo>
                    <a:pt x="6833616" y="34123"/>
                  </a:lnTo>
                  <a:close/>
                  <a:moveTo>
                    <a:pt x="7011416" y="34123"/>
                  </a:moveTo>
                  <a:lnTo>
                    <a:pt x="7087616" y="34123"/>
                  </a:lnTo>
                  <a:lnTo>
                    <a:pt x="7011416" y="34123"/>
                  </a:lnTo>
                  <a:close/>
                  <a:moveTo>
                    <a:pt x="7192137" y="57838"/>
                  </a:moveTo>
                  <a:cubicBezTo>
                    <a:pt x="7217029" y="73193"/>
                    <a:pt x="7239127" y="95373"/>
                    <a:pt x="7257161" y="122500"/>
                  </a:cubicBezTo>
                  <a:lnTo>
                    <a:pt x="7238111" y="145192"/>
                  </a:lnTo>
                  <a:cubicBezTo>
                    <a:pt x="7222490" y="121476"/>
                    <a:pt x="7203186" y="102197"/>
                    <a:pt x="7181596" y="88889"/>
                  </a:cubicBezTo>
                  <a:close/>
                  <a:moveTo>
                    <a:pt x="7292975" y="283388"/>
                  </a:moveTo>
                  <a:cubicBezTo>
                    <a:pt x="7294880" y="297890"/>
                    <a:pt x="7295769" y="312733"/>
                    <a:pt x="7295769" y="328089"/>
                  </a:cubicBezTo>
                  <a:lnTo>
                    <a:pt x="7283069" y="328089"/>
                  </a:lnTo>
                  <a:lnTo>
                    <a:pt x="7295769" y="328089"/>
                  </a:lnTo>
                  <a:lnTo>
                    <a:pt x="7295769" y="388656"/>
                  </a:lnTo>
                  <a:lnTo>
                    <a:pt x="7270369" y="388656"/>
                  </a:lnTo>
                  <a:lnTo>
                    <a:pt x="7270369" y="262744"/>
                  </a:lnTo>
                  <a:cubicBezTo>
                    <a:pt x="7270369" y="249436"/>
                    <a:pt x="7269480" y="236469"/>
                    <a:pt x="7267956" y="223844"/>
                  </a:cubicBezTo>
                  <a:close/>
                  <a:moveTo>
                    <a:pt x="7306437" y="459802"/>
                  </a:moveTo>
                  <a:lnTo>
                    <a:pt x="7306437" y="562170"/>
                  </a:lnTo>
                  <a:lnTo>
                    <a:pt x="7281037" y="562170"/>
                  </a:lnTo>
                  <a:lnTo>
                    <a:pt x="7281037" y="459802"/>
                  </a:lnTo>
                  <a:close/>
                  <a:moveTo>
                    <a:pt x="7281037" y="698660"/>
                  </a:moveTo>
                  <a:lnTo>
                    <a:pt x="7281037" y="801028"/>
                  </a:lnTo>
                  <a:lnTo>
                    <a:pt x="7255637" y="801028"/>
                  </a:lnTo>
                  <a:lnTo>
                    <a:pt x="7255637" y="698660"/>
                  </a:lnTo>
                  <a:close/>
                  <a:moveTo>
                    <a:pt x="7255637" y="937518"/>
                  </a:moveTo>
                  <a:lnTo>
                    <a:pt x="7255637" y="1039886"/>
                  </a:lnTo>
                  <a:lnTo>
                    <a:pt x="7230237" y="1039886"/>
                  </a:lnTo>
                  <a:lnTo>
                    <a:pt x="7230237" y="937518"/>
                  </a:lnTo>
                  <a:close/>
                  <a:moveTo>
                    <a:pt x="7230237" y="1176376"/>
                  </a:moveTo>
                  <a:lnTo>
                    <a:pt x="7230237" y="1278744"/>
                  </a:lnTo>
                  <a:lnTo>
                    <a:pt x="7204837" y="1278744"/>
                  </a:lnTo>
                  <a:lnTo>
                    <a:pt x="7204837" y="1176376"/>
                  </a:lnTo>
                  <a:close/>
                  <a:moveTo>
                    <a:pt x="7204837" y="1415234"/>
                  </a:moveTo>
                  <a:lnTo>
                    <a:pt x="7204837" y="1517602"/>
                  </a:lnTo>
                  <a:lnTo>
                    <a:pt x="7179437" y="1517602"/>
                  </a:lnTo>
                  <a:lnTo>
                    <a:pt x="7179437" y="1415234"/>
                  </a:lnTo>
                  <a:close/>
                  <a:moveTo>
                    <a:pt x="7179437" y="1654092"/>
                  </a:moveTo>
                  <a:lnTo>
                    <a:pt x="7179437" y="1756460"/>
                  </a:lnTo>
                  <a:lnTo>
                    <a:pt x="7154037" y="1756460"/>
                  </a:lnTo>
                  <a:lnTo>
                    <a:pt x="7154037" y="1654092"/>
                  </a:lnTo>
                  <a:close/>
                  <a:moveTo>
                    <a:pt x="7154037" y="1892950"/>
                  </a:moveTo>
                  <a:lnTo>
                    <a:pt x="7154037" y="1995318"/>
                  </a:lnTo>
                  <a:lnTo>
                    <a:pt x="7128637" y="1995318"/>
                  </a:lnTo>
                  <a:lnTo>
                    <a:pt x="7128637" y="1892950"/>
                  </a:lnTo>
                  <a:close/>
                  <a:moveTo>
                    <a:pt x="7128637" y="2131808"/>
                  </a:moveTo>
                  <a:lnTo>
                    <a:pt x="7128637" y="2234176"/>
                  </a:lnTo>
                  <a:lnTo>
                    <a:pt x="7103237" y="2234176"/>
                  </a:lnTo>
                  <a:lnTo>
                    <a:pt x="7103237" y="2131808"/>
                  </a:lnTo>
                  <a:close/>
                  <a:moveTo>
                    <a:pt x="7103237" y="2370666"/>
                  </a:moveTo>
                  <a:lnTo>
                    <a:pt x="7103237" y="2473034"/>
                  </a:lnTo>
                  <a:lnTo>
                    <a:pt x="7077837" y="2473034"/>
                  </a:lnTo>
                  <a:lnTo>
                    <a:pt x="7077837" y="2370666"/>
                  </a:lnTo>
                  <a:close/>
                  <a:moveTo>
                    <a:pt x="7077837" y="2609524"/>
                  </a:moveTo>
                  <a:lnTo>
                    <a:pt x="7077837" y="2711892"/>
                  </a:lnTo>
                  <a:lnTo>
                    <a:pt x="7052437" y="2711892"/>
                  </a:lnTo>
                  <a:lnTo>
                    <a:pt x="7052437" y="2609524"/>
                  </a:lnTo>
                  <a:close/>
                  <a:moveTo>
                    <a:pt x="7052437" y="2848382"/>
                  </a:moveTo>
                  <a:lnTo>
                    <a:pt x="7052437" y="2950750"/>
                  </a:lnTo>
                  <a:lnTo>
                    <a:pt x="7027037" y="2950750"/>
                  </a:lnTo>
                  <a:lnTo>
                    <a:pt x="7027037" y="2848382"/>
                  </a:lnTo>
                  <a:close/>
                  <a:moveTo>
                    <a:pt x="7027037" y="3087240"/>
                  </a:moveTo>
                  <a:lnTo>
                    <a:pt x="7027037" y="3189608"/>
                  </a:lnTo>
                  <a:lnTo>
                    <a:pt x="7001637" y="3189608"/>
                  </a:lnTo>
                  <a:lnTo>
                    <a:pt x="7001637" y="3087240"/>
                  </a:lnTo>
                  <a:close/>
                  <a:moveTo>
                    <a:pt x="7001637" y="3326098"/>
                  </a:moveTo>
                  <a:lnTo>
                    <a:pt x="7001637" y="3428466"/>
                  </a:lnTo>
                  <a:lnTo>
                    <a:pt x="6976237" y="3428466"/>
                  </a:lnTo>
                  <a:lnTo>
                    <a:pt x="6976237" y="3326098"/>
                  </a:lnTo>
                  <a:close/>
                  <a:moveTo>
                    <a:pt x="6976237" y="3564956"/>
                  </a:moveTo>
                  <a:lnTo>
                    <a:pt x="6976237" y="3667324"/>
                  </a:lnTo>
                  <a:lnTo>
                    <a:pt x="6950837" y="3667324"/>
                  </a:lnTo>
                  <a:lnTo>
                    <a:pt x="6950837" y="3564956"/>
                  </a:lnTo>
                  <a:close/>
                  <a:moveTo>
                    <a:pt x="6950837" y="3803814"/>
                  </a:moveTo>
                  <a:lnTo>
                    <a:pt x="6950837" y="3906182"/>
                  </a:lnTo>
                  <a:lnTo>
                    <a:pt x="6925437" y="3906182"/>
                  </a:lnTo>
                  <a:lnTo>
                    <a:pt x="6925437" y="3803814"/>
                  </a:lnTo>
                  <a:close/>
                  <a:moveTo>
                    <a:pt x="6925437" y="4042672"/>
                  </a:moveTo>
                  <a:lnTo>
                    <a:pt x="6925437" y="4145040"/>
                  </a:lnTo>
                  <a:lnTo>
                    <a:pt x="6900037" y="4145040"/>
                  </a:lnTo>
                  <a:lnTo>
                    <a:pt x="6900037" y="4042672"/>
                  </a:lnTo>
                  <a:close/>
                  <a:moveTo>
                    <a:pt x="6900037" y="4281531"/>
                  </a:moveTo>
                  <a:lnTo>
                    <a:pt x="6900037" y="4383898"/>
                  </a:lnTo>
                  <a:lnTo>
                    <a:pt x="6874637" y="4383898"/>
                  </a:lnTo>
                  <a:lnTo>
                    <a:pt x="6874637" y="4281531"/>
                  </a:lnTo>
                  <a:close/>
                  <a:moveTo>
                    <a:pt x="6874637" y="4520389"/>
                  </a:moveTo>
                  <a:lnTo>
                    <a:pt x="6874637" y="4622757"/>
                  </a:lnTo>
                  <a:lnTo>
                    <a:pt x="6849237" y="4622757"/>
                  </a:lnTo>
                  <a:lnTo>
                    <a:pt x="6849237" y="4520389"/>
                  </a:lnTo>
                  <a:close/>
                  <a:moveTo>
                    <a:pt x="6849237" y="4759247"/>
                  </a:moveTo>
                  <a:lnTo>
                    <a:pt x="6849237" y="4861614"/>
                  </a:lnTo>
                  <a:lnTo>
                    <a:pt x="6823837" y="4861614"/>
                  </a:lnTo>
                  <a:lnTo>
                    <a:pt x="6823837" y="4759247"/>
                  </a:lnTo>
                  <a:close/>
                  <a:moveTo>
                    <a:pt x="6823837" y="4998105"/>
                  </a:moveTo>
                  <a:lnTo>
                    <a:pt x="6823837" y="5100473"/>
                  </a:lnTo>
                  <a:lnTo>
                    <a:pt x="6798437" y="5100473"/>
                  </a:lnTo>
                  <a:lnTo>
                    <a:pt x="6798437" y="4998105"/>
                  </a:lnTo>
                  <a:close/>
                  <a:moveTo>
                    <a:pt x="6798437" y="5236963"/>
                  </a:moveTo>
                  <a:lnTo>
                    <a:pt x="6798437" y="5339331"/>
                  </a:lnTo>
                  <a:lnTo>
                    <a:pt x="6773037" y="5339331"/>
                  </a:lnTo>
                  <a:lnTo>
                    <a:pt x="6773037" y="5236963"/>
                  </a:lnTo>
                  <a:close/>
                  <a:moveTo>
                    <a:pt x="6773037" y="5475821"/>
                  </a:moveTo>
                  <a:lnTo>
                    <a:pt x="6773037" y="5578189"/>
                  </a:lnTo>
                  <a:lnTo>
                    <a:pt x="6747637" y="5578189"/>
                  </a:lnTo>
                  <a:lnTo>
                    <a:pt x="6747637" y="5475821"/>
                  </a:lnTo>
                  <a:close/>
                  <a:moveTo>
                    <a:pt x="6747637" y="5714679"/>
                  </a:moveTo>
                  <a:lnTo>
                    <a:pt x="6747637" y="5817047"/>
                  </a:lnTo>
                  <a:lnTo>
                    <a:pt x="6722237" y="5817047"/>
                  </a:lnTo>
                  <a:lnTo>
                    <a:pt x="6722237" y="5714679"/>
                  </a:lnTo>
                  <a:close/>
                  <a:moveTo>
                    <a:pt x="6722237" y="5953537"/>
                  </a:moveTo>
                  <a:lnTo>
                    <a:pt x="6722237" y="6055905"/>
                  </a:lnTo>
                  <a:lnTo>
                    <a:pt x="6696837" y="6055905"/>
                  </a:lnTo>
                  <a:lnTo>
                    <a:pt x="6696837" y="5953537"/>
                  </a:lnTo>
                  <a:close/>
                  <a:moveTo>
                    <a:pt x="6696837" y="6192395"/>
                  </a:moveTo>
                  <a:lnTo>
                    <a:pt x="6696837" y="6294763"/>
                  </a:lnTo>
                  <a:lnTo>
                    <a:pt x="6671437" y="6294763"/>
                  </a:lnTo>
                  <a:lnTo>
                    <a:pt x="6671437" y="6192395"/>
                  </a:lnTo>
                  <a:close/>
                  <a:moveTo>
                    <a:pt x="6671437" y="6431253"/>
                  </a:moveTo>
                  <a:lnTo>
                    <a:pt x="6671437" y="6533621"/>
                  </a:lnTo>
                  <a:lnTo>
                    <a:pt x="6646037" y="6533621"/>
                  </a:lnTo>
                  <a:lnTo>
                    <a:pt x="6646037" y="6431253"/>
                  </a:lnTo>
                  <a:close/>
                  <a:moveTo>
                    <a:pt x="6646037" y="6670111"/>
                  </a:moveTo>
                  <a:lnTo>
                    <a:pt x="6646037" y="6772479"/>
                  </a:lnTo>
                  <a:lnTo>
                    <a:pt x="6620637" y="6772479"/>
                  </a:lnTo>
                  <a:lnTo>
                    <a:pt x="6620637" y="6670111"/>
                  </a:lnTo>
                  <a:close/>
                  <a:moveTo>
                    <a:pt x="6620637" y="6908969"/>
                  </a:moveTo>
                  <a:lnTo>
                    <a:pt x="6620637" y="7011337"/>
                  </a:lnTo>
                  <a:lnTo>
                    <a:pt x="6595237" y="7011337"/>
                  </a:lnTo>
                  <a:lnTo>
                    <a:pt x="6595237" y="6908969"/>
                  </a:lnTo>
                  <a:close/>
                  <a:moveTo>
                    <a:pt x="6595237" y="7147827"/>
                  </a:moveTo>
                  <a:lnTo>
                    <a:pt x="6595237" y="7250195"/>
                  </a:lnTo>
                  <a:lnTo>
                    <a:pt x="6569837" y="7250195"/>
                  </a:lnTo>
                  <a:lnTo>
                    <a:pt x="6569837" y="7147827"/>
                  </a:lnTo>
                  <a:close/>
                  <a:moveTo>
                    <a:pt x="6569837" y="7386686"/>
                  </a:moveTo>
                  <a:lnTo>
                    <a:pt x="6569837" y="7489053"/>
                  </a:lnTo>
                  <a:lnTo>
                    <a:pt x="6544437" y="7489053"/>
                  </a:lnTo>
                  <a:lnTo>
                    <a:pt x="6544437" y="7386686"/>
                  </a:lnTo>
                  <a:close/>
                  <a:moveTo>
                    <a:pt x="6544437" y="7625543"/>
                  </a:moveTo>
                  <a:lnTo>
                    <a:pt x="6544437" y="7727911"/>
                  </a:lnTo>
                  <a:lnTo>
                    <a:pt x="6519037" y="7727911"/>
                  </a:lnTo>
                  <a:lnTo>
                    <a:pt x="6519037" y="7625543"/>
                  </a:lnTo>
                  <a:close/>
                  <a:moveTo>
                    <a:pt x="6519037" y="7864401"/>
                  </a:moveTo>
                  <a:lnTo>
                    <a:pt x="6519037" y="7966770"/>
                  </a:lnTo>
                  <a:lnTo>
                    <a:pt x="6493637" y="7966770"/>
                  </a:lnTo>
                  <a:lnTo>
                    <a:pt x="6493637" y="7864401"/>
                  </a:lnTo>
                  <a:close/>
                  <a:moveTo>
                    <a:pt x="6493637" y="8103260"/>
                  </a:moveTo>
                  <a:lnTo>
                    <a:pt x="6493637" y="8205627"/>
                  </a:lnTo>
                  <a:lnTo>
                    <a:pt x="6468237" y="8205627"/>
                  </a:lnTo>
                  <a:lnTo>
                    <a:pt x="6468237" y="8103260"/>
                  </a:lnTo>
                  <a:close/>
                  <a:moveTo>
                    <a:pt x="6468237" y="8342117"/>
                  </a:moveTo>
                  <a:lnTo>
                    <a:pt x="6468237" y="8444485"/>
                  </a:lnTo>
                  <a:lnTo>
                    <a:pt x="6442837" y="8444485"/>
                  </a:lnTo>
                  <a:lnTo>
                    <a:pt x="6442837" y="8342117"/>
                  </a:lnTo>
                  <a:close/>
                  <a:moveTo>
                    <a:pt x="6442837" y="8580975"/>
                  </a:moveTo>
                  <a:lnTo>
                    <a:pt x="6442837" y="8683344"/>
                  </a:lnTo>
                  <a:lnTo>
                    <a:pt x="6417437" y="8683344"/>
                  </a:lnTo>
                  <a:lnTo>
                    <a:pt x="6417437" y="8580975"/>
                  </a:lnTo>
                  <a:close/>
                  <a:moveTo>
                    <a:pt x="6417437" y="8819834"/>
                  </a:moveTo>
                  <a:lnTo>
                    <a:pt x="6417437" y="8922201"/>
                  </a:lnTo>
                  <a:lnTo>
                    <a:pt x="6392037" y="8922201"/>
                  </a:lnTo>
                  <a:lnTo>
                    <a:pt x="6392037" y="8819834"/>
                  </a:lnTo>
                  <a:close/>
                  <a:moveTo>
                    <a:pt x="6392037" y="9058692"/>
                  </a:moveTo>
                  <a:lnTo>
                    <a:pt x="6392037" y="9107145"/>
                  </a:lnTo>
                  <a:lnTo>
                    <a:pt x="6379337" y="9107145"/>
                  </a:lnTo>
                  <a:lnTo>
                    <a:pt x="6392037" y="9107145"/>
                  </a:lnTo>
                  <a:cubicBezTo>
                    <a:pt x="6392037" y="9126766"/>
                    <a:pt x="6390386" y="9145874"/>
                    <a:pt x="6387338" y="9164301"/>
                  </a:cubicBezTo>
                  <a:lnTo>
                    <a:pt x="6362573" y="9156965"/>
                  </a:lnTo>
                  <a:cubicBezTo>
                    <a:pt x="6365240" y="9140927"/>
                    <a:pt x="6366637" y="9124377"/>
                    <a:pt x="6366637" y="9107145"/>
                  </a:cubicBezTo>
                  <a:lnTo>
                    <a:pt x="6366637" y="9058692"/>
                  </a:lnTo>
                  <a:close/>
                  <a:moveTo>
                    <a:pt x="6310884" y="9291066"/>
                  </a:moveTo>
                  <a:cubicBezTo>
                    <a:pt x="6291961" y="9317000"/>
                    <a:pt x="6269101" y="9337643"/>
                    <a:pt x="6243701" y="9351463"/>
                  </a:cubicBezTo>
                  <a:lnTo>
                    <a:pt x="6234303" y="9319730"/>
                  </a:lnTo>
                  <a:cubicBezTo>
                    <a:pt x="6256528" y="9307786"/>
                    <a:pt x="6276340" y="9289872"/>
                    <a:pt x="6292850" y="9267180"/>
                  </a:cubicBezTo>
                  <a:close/>
                  <a:moveTo>
                    <a:pt x="6120892" y="9346174"/>
                  </a:moveTo>
                  <a:lnTo>
                    <a:pt x="6044692" y="9346174"/>
                  </a:lnTo>
                  <a:lnTo>
                    <a:pt x="6044692" y="9312052"/>
                  </a:lnTo>
                  <a:lnTo>
                    <a:pt x="6120892" y="9312052"/>
                  </a:lnTo>
                  <a:close/>
                  <a:moveTo>
                    <a:pt x="5943092" y="9312052"/>
                  </a:moveTo>
                  <a:lnTo>
                    <a:pt x="5866892" y="9312052"/>
                  </a:lnTo>
                  <a:lnTo>
                    <a:pt x="5866892" y="9277929"/>
                  </a:lnTo>
                  <a:lnTo>
                    <a:pt x="5943092" y="9277929"/>
                  </a:lnTo>
                  <a:close/>
                  <a:moveTo>
                    <a:pt x="5765292" y="9277929"/>
                  </a:moveTo>
                  <a:lnTo>
                    <a:pt x="5689092" y="9277929"/>
                  </a:lnTo>
                  <a:lnTo>
                    <a:pt x="5689092" y="9243806"/>
                  </a:lnTo>
                  <a:lnTo>
                    <a:pt x="5765292" y="9243806"/>
                  </a:lnTo>
                  <a:close/>
                  <a:moveTo>
                    <a:pt x="5587492" y="9243806"/>
                  </a:moveTo>
                  <a:lnTo>
                    <a:pt x="5511292" y="9243806"/>
                  </a:lnTo>
                  <a:lnTo>
                    <a:pt x="5511292" y="9209684"/>
                  </a:lnTo>
                  <a:lnTo>
                    <a:pt x="5587492" y="9209684"/>
                  </a:lnTo>
                  <a:close/>
                  <a:moveTo>
                    <a:pt x="5409692" y="9209684"/>
                  </a:moveTo>
                  <a:lnTo>
                    <a:pt x="5333492" y="9209684"/>
                  </a:lnTo>
                  <a:lnTo>
                    <a:pt x="5333492" y="9175561"/>
                  </a:lnTo>
                  <a:lnTo>
                    <a:pt x="5409692" y="9175561"/>
                  </a:lnTo>
                  <a:close/>
                  <a:moveTo>
                    <a:pt x="5231892" y="9175561"/>
                  </a:moveTo>
                  <a:lnTo>
                    <a:pt x="5155692" y="9175561"/>
                  </a:lnTo>
                  <a:lnTo>
                    <a:pt x="5155692" y="9141438"/>
                  </a:lnTo>
                  <a:lnTo>
                    <a:pt x="5231892" y="9141438"/>
                  </a:lnTo>
                  <a:close/>
                  <a:moveTo>
                    <a:pt x="5054092" y="9141438"/>
                  </a:moveTo>
                  <a:lnTo>
                    <a:pt x="4977892" y="9141438"/>
                  </a:lnTo>
                  <a:lnTo>
                    <a:pt x="4977892" y="9107316"/>
                  </a:lnTo>
                  <a:lnTo>
                    <a:pt x="5054092" y="9107316"/>
                  </a:lnTo>
                  <a:close/>
                  <a:moveTo>
                    <a:pt x="4876292" y="9107316"/>
                  </a:moveTo>
                  <a:lnTo>
                    <a:pt x="4800092" y="9107316"/>
                  </a:lnTo>
                  <a:lnTo>
                    <a:pt x="4800092" y="9073193"/>
                  </a:lnTo>
                  <a:lnTo>
                    <a:pt x="4876292" y="9073193"/>
                  </a:lnTo>
                  <a:close/>
                  <a:moveTo>
                    <a:pt x="4698492" y="9073193"/>
                  </a:moveTo>
                  <a:lnTo>
                    <a:pt x="4622292" y="9073193"/>
                  </a:lnTo>
                  <a:lnTo>
                    <a:pt x="4622292" y="9039071"/>
                  </a:lnTo>
                  <a:lnTo>
                    <a:pt x="4698492" y="9039071"/>
                  </a:lnTo>
                  <a:close/>
                  <a:moveTo>
                    <a:pt x="4520692" y="9039071"/>
                  </a:moveTo>
                  <a:lnTo>
                    <a:pt x="4444492" y="9039071"/>
                  </a:lnTo>
                  <a:lnTo>
                    <a:pt x="4444492" y="9004948"/>
                  </a:lnTo>
                  <a:lnTo>
                    <a:pt x="4520692" y="9004948"/>
                  </a:lnTo>
                  <a:close/>
                  <a:moveTo>
                    <a:pt x="4342892" y="9004948"/>
                  </a:moveTo>
                  <a:lnTo>
                    <a:pt x="4266692" y="9004948"/>
                  </a:lnTo>
                  <a:lnTo>
                    <a:pt x="4266692" y="8970825"/>
                  </a:lnTo>
                  <a:lnTo>
                    <a:pt x="4342892" y="8970825"/>
                  </a:lnTo>
                  <a:close/>
                  <a:moveTo>
                    <a:pt x="4165092" y="8970825"/>
                  </a:moveTo>
                  <a:lnTo>
                    <a:pt x="4088892" y="8970825"/>
                  </a:lnTo>
                  <a:lnTo>
                    <a:pt x="4088892" y="8936703"/>
                  </a:lnTo>
                  <a:lnTo>
                    <a:pt x="4165092" y="8936703"/>
                  </a:lnTo>
                  <a:close/>
                  <a:moveTo>
                    <a:pt x="3987292" y="8936703"/>
                  </a:moveTo>
                  <a:lnTo>
                    <a:pt x="3911092" y="8936703"/>
                  </a:lnTo>
                  <a:lnTo>
                    <a:pt x="3911092" y="8902581"/>
                  </a:lnTo>
                  <a:lnTo>
                    <a:pt x="3987292" y="8902581"/>
                  </a:lnTo>
                  <a:close/>
                  <a:moveTo>
                    <a:pt x="3809492" y="8902581"/>
                  </a:moveTo>
                  <a:lnTo>
                    <a:pt x="3733292" y="8902581"/>
                  </a:lnTo>
                  <a:lnTo>
                    <a:pt x="3733292" y="8868458"/>
                  </a:lnTo>
                  <a:lnTo>
                    <a:pt x="3809492" y="8868458"/>
                  </a:lnTo>
                  <a:close/>
                  <a:moveTo>
                    <a:pt x="3631692" y="8868458"/>
                  </a:moveTo>
                  <a:lnTo>
                    <a:pt x="3555492" y="8868458"/>
                  </a:lnTo>
                  <a:lnTo>
                    <a:pt x="3555492" y="8834335"/>
                  </a:lnTo>
                  <a:lnTo>
                    <a:pt x="3631692" y="8834335"/>
                  </a:lnTo>
                  <a:close/>
                  <a:moveTo>
                    <a:pt x="3453892" y="8834335"/>
                  </a:moveTo>
                  <a:lnTo>
                    <a:pt x="3377692" y="8834335"/>
                  </a:lnTo>
                  <a:lnTo>
                    <a:pt x="3377692" y="8800212"/>
                  </a:lnTo>
                  <a:lnTo>
                    <a:pt x="3453892" y="8800212"/>
                  </a:lnTo>
                  <a:close/>
                  <a:moveTo>
                    <a:pt x="3276092" y="8800212"/>
                  </a:moveTo>
                  <a:lnTo>
                    <a:pt x="3199892" y="8800212"/>
                  </a:lnTo>
                  <a:lnTo>
                    <a:pt x="3199892" y="8766091"/>
                  </a:lnTo>
                  <a:lnTo>
                    <a:pt x="3276092" y="8766091"/>
                  </a:lnTo>
                  <a:close/>
                  <a:moveTo>
                    <a:pt x="3098292" y="8766091"/>
                  </a:moveTo>
                  <a:lnTo>
                    <a:pt x="3022092" y="8766091"/>
                  </a:lnTo>
                  <a:lnTo>
                    <a:pt x="3022092" y="8731968"/>
                  </a:lnTo>
                  <a:lnTo>
                    <a:pt x="3098292" y="8731968"/>
                  </a:lnTo>
                  <a:close/>
                  <a:moveTo>
                    <a:pt x="2920492" y="8731968"/>
                  </a:moveTo>
                  <a:lnTo>
                    <a:pt x="2844292" y="8731968"/>
                  </a:lnTo>
                  <a:lnTo>
                    <a:pt x="2844292" y="8697845"/>
                  </a:lnTo>
                  <a:lnTo>
                    <a:pt x="2920492" y="8697845"/>
                  </a:lnTo>
                  <a:close/>
                  <a:moveTo>
                    <a:pt x="2742692" y="8697845"/>
                  </a:moveTo>
                  <a:lnTo>
                    <a:pt x="2666492" y="8697845"/>
                  </a:lnTo>
                  <a:lnTo>
                    <a:pt x="2666492" y="8663722"/>
                  </a:lnTo>
                  <a:lnTo>
                    <a:pt x="2742692" y="8663722"/>
                  </a:lnTo>
                  <a:close/>
                  <a:moveTo>
                    <a:pt x="2564892" y="8663722"/>
                  </a:moveTo>
                  <a:lnTo>
                    <a:pt x="2488692" y="8663722"/>
                  </a:lnTo>
                  <a:lnTo>
                    <a:pt x="2488692" y="8629600"/>
                  </a:lnTo>
                  <a:lnTo>
                    <a:pt x="2564892" y="8629600"/>
                  </a:lnTo>
                  <a:close/>
                  <a:moveTo>
                    <a:pt x="2387092" y="8629600"/>
                  </a:moveTo>
                  <a:lnTo>
                    <a:pt x="2310892" y="8629600"/>
                  </a:lnTo>
                  <a:lnTo>
                    <a:pt x="2310892" y="8595477"/>
                  </a:lnTo>
                  <a:lnTo>
                    <a:pt x="2387092" y="8595477"/>
                  </a:lnTo>
                  <a:close/>
                  <a:moveTo>
                    <a:pt x="2209292" y="8595477"/>
                  </a:moveTo>
                  <a:lnTo>
                    <a:pt x="2133092" y="8595477"/>
                  </a:lnTo>
                  <a:lnTo>
                    <a:pt x="2133092" y="8561355"/>
                  </a:lnTo>
                  <a:lnTo>
                    <a:pt x="2209292" y="8561355"/>
                  </a:lnTo>
                  <a:close/>
                  <a:moveTo>
                    <a:pt x="2031492" y="8561355"/>
                  </a:moveTo>
                  <a:lnTo>
                    <a:pt x="1955292" y="8561355"/>
                  </a:lnTo>
                  <a:lnTo>
                    <a:pt x="1955292" y="8527232"/>
                  </a:lnTo>
                  <a:lnTo>
                    <a:pt x="2031492" y="8527232"/>
                  </a:lnTo>
                  <a:close/>
                  <a:moveTo>
                    <a:pt x="1853692" y="8527232"/>
                  </a:moveTo>
                  <a:lnTo>
                    <a:pt x="1777492" y="8527232"/>
                  </a:lnTo>
                  <a:lnTo>
                    <a:pt x="1777492" y="8493109"/>
                  </a:lnTo>
                  <a:lnTo>
                    <a:pt x="1853692" y="8493109"/>
                  </a:lnTo>
                  <a:close/>
                  <a:moveTo>
                    <a:pt x="1675892" y="8493109"/>
                  </a:moveTo>
                  <a:lnTo>
                    <a:pt x="1599692" y="8493109"/>
                  </a:lnTo>
                  <a:lnTo>
                    <a:pt x="1599692" y="8458987"/>
                  </a:lnTo>
                  <a:lnTo>
                    <a:pt x="1675892" y="8458987"/>
                  </a:lnTo>
                  <a:close/>
                  <a:moveTo>
                    <a:pt x="1498092" y="8458987"/>
                  </a:moveTo>
                  <a:lnTo>
                    <a:pt x="1421892" y="8458987"/>
                  </a:lnTo>
                  <a:lnTo>
                    <a:pt x="1421892" y="8424864"/>
                  </a:lnTo>
                  <a:lnTo>
                    <a:pt x="1498092" y="8424864"/>
                  </a:lnTo>
                  <a:close/>
                  <a:moveTo>
                    <a:pt x="1320292" y="8424864"/>
                  </a:moveTo>
                  <a:lnTo>
                    <a:pt x="1244092" y="8424864"/>
                  </a:lnTo>
                  <a:lnTo>
                    <a:pt x="1244092" y="8390742"/>
                  </a:lnTo>
                  <a:lnTo>
                    <a:pt x="1320292" y="8390742"/>
                  </a:lnTo>
                  <a:close/>
                  <a:moveTo>
                    <a:pt x="1142492" y="8390742"/>
                  </a:moveTo>
                  <a:lnTo>
                    <a:pt x="1066292" y="8390742"/>
                  </a:lnTo>
                  <a:lnTo>
                    <a:pt x="1066292" y="8356619"/>
                  </a:lnTo>
                  <a:lnTo>
                    <a:pt x="1142492" y="8356619"/>
                  </a:lnTo>
                  <a:close/>
                  <a:moveTo>
                    <a:pt x="964692" y="8356619"/>
                  </a:moveTo>
                  <a:lnTo>
                    <a:pt x="888492" y="8356619"/>
                  </a:lnTo>
                  <a:lnTo>
                    <a:pt x="888492" y="8322497"/>
                  </a:lnTo>
                  <a:lnTo>
                    <a:pt x="964692" y="8322497"/>
                  </a:lnTo>
                  <a:close/>
                  <a:moveTo>
                    <a:pt x="786892" y="8322497"/>
                  </a:moveTo>
                  <a:lnTo>
                    <a:pt x="710692" y="8322497"/>
                  </a:lnTo>
                  <a:lnTo>
                    <a:pt x="710692" y="8288374"/>
                  </a:lnTo>
                  <a:lnTo>
                    <a:pt x="786892" y="8288374"/>
                  </a:lnTo>
                  <a:close/>
                  <a:moveTo>
                    <a:pt x="609092" y="8288374"/>
                  </a:moveTo>
                  <a:lnTo>
                    <a:pt x="532892" y="8288374"/>
                  </a:lnTo>
                  <a:lnTo>
                    <a:pt x="532892" y="8254251"/>
                  </a:lnTo>
                  <a:lnTo>
                    <a:pt x="609092" y="8254251"/>
                  </a:lnTo>
                  <a:close/>
                  <a:moveTo>
                    <a:pt x="431292" y="8254251"/>
                  </a:moveTo>
                  <a:lnTo>
                    <a:pt x="355092" y="8254251"/>
                  </a:lnTo>
                  <a:lnTo>
                    <a:pt x="355092" y="8220129"/>
                  </a:lnTo>
                  <a:lnTo>
                    <a:pt x="431292" y="8220129"/>
                  </a:lnTo>
                  <a:close/>
                  <a:moveTo>
                    <a:pt x="253492" y="8220129"/>
                  </a:moveTo>
                  <a:lnTo>
                    <a:pt x="177292" y="8220129"/>
                  </a:lnTo>
                  <a:lnTo>
                    <a:pt x="177292" y="8186007"/>
                  </a:lnTo>
                  <a:lnTo>
                    <a:pt x="253492" y="8186007"/>
                  </a:lnTo>
                  <a:close/>
                  <a:moveTo>
                    <a:pt x="73152" y="8179012"/>
                  </a:moveTo>
                  <a:cubicBezTo>
                    <a:pt x="46228" y="8170481"/>
                    <a:pt x="21336" y="8154443"/>
                    <a:pt x="0" y="8132775"/>
                  </a:cubicBezTo>
                  <a:lnTo>
                    <a:pt x="15367" y="8105648"/>
                  </a:lnTo>
                  <a:cubicBezTo>
                    <a:pt x="34036" y="8124586"/>
                    <a:pt x="55499" y="8138576"/>
                    <a:pt x="78994" y="8145913"/>
                  </a:cubicBezTo>
                  <a:close/>
                  <a:moveTo>
                    <a:pt x="893318" y="9201836"/>
                  </a:moveTo>
                  <a:cubicBezTo>
                    <a:pt x="884809" y="9172491"/>
                    <a:pt x="880237" y="9140585"/>
                    <a:pt x="880237" y="9107316"/>
                  </a:cubicBezTo>
                  <a:lnTo>
                    <a:pt x="880237" y="9095373"/>
                  </a:lnTo>
                  <a:lnTo>
                    <a:pt x="905637" y="9095373"/>
                  </a:lnTo>
                  <a:lnTo>
                    <a:pt x="905637" y="9107316"/>
                  </a:lnTo>
                  <a:lnTo>
                    <a:pt x="892937" y="9107316"/>
                  </a:lnTo>
                  <a:lnTo>
                    <a:pt x="905637" y="9107316"/>
                  </a:lnTo>
                  <a:cubicBezTo>
                    <a:pt x="905637" y="9136321"/>
                    <a:pt x="909701" y="9164131"/>
                    <a:pt x="916940" y="9189551"/>
                  </a:cubicBezTo>
                  <a:close/>
                  <a:moveTo>
                    <a:pt x="880237" y="8958713"/>
                  </a:moveTo>
                  <a:lnTo>
                    <a:pt x="880237" y="8856345"/>
                  </a:lnTo>
                  <a:lnTo>
                    <a:pt x="905637" y="8856345"/>
                  </a:lnTo>
                  <a:lnTo>
                    <a:pt x="905637" y="8958713"/>
                  </a:lnTo>
                  <a:close/>
                  <a:moveTo>
                    <a:pt x="905637" y="8719855"/>
                  </a:moveTo>
                  <a:lnTo>
                    <a:pt x="905637" y="8617487"/>
                  </a:lnTo>
                  <a:lnTo>
                    <a:pt x="905637" y="8719855"/>
                  </a:lnTo>
                  <a:close/>
                  <a:moveTo>
                    <a:pt x="905637" y="8480997"/>
                  </a:moveTo>
                  <a:lnTo>
                    <a:pt x="905637" y="8378629"/>
                  </a:lnTo>
                  <a:lnTo>
                    <a:pt x="905637" y="8480997"/>
                  </a:lnTo>
                  <a:close/>
                  <a:moveTo>
                    <a:pt x="905637" y="8242139"/>
                  </a:moveTo>
                  <a:lnTo>
                    <a:pt x="905637" y="8139771"/>
                  </a:lnTo>
                  <a:lnTo>
                    <a:pt x="905637" y="8242139"/>
                  </a:lnTo>
                  <a:close/>
                  <a:moveTo>
                    <a:pt x="905637" y="8003280"/>
                  </a:moveTo>
                  <a:lnTo>
                    <a:pt x="905637" y="7900913"/>
                  </a:lnTo>
                  <a:lnTo>
                    <a:pt x="905637" y="8003280"/>
                  </a:lnTo>
                  <a:close/>
                  <a:moveTo>
                    <a:pt x="905637" y="7764422"/>
                  </a:moveTo>
                  <a:lnTo>
                    <a:pt x="905637" y="7662055"/>
                  </a:lnTo>
                  <a:lnTo>
                    <a:pt x="905637" y="7764422"/>
                  </a:lnTo>
                  <a:close/>
                  <a:moveTo>
                    <a:pt x="905637" y="7525565"/>
                  </a:moveTo>
                  <a:lnTo>
                    <a:pt x="905637" y="7423197"/>
                  </a:lnTo>
                  <a:lnTo>
                    <a:pt x="905637" y="7525565"/>
                  </a:lnTo>
                  <a:close/>
                  <a:moveTo>
                    <a:pt x="905637" y="7286706"/>
                  </a:moveTo>
                  <a:lnTo>
                    <a:pt x="905637" y="7184339"/>
                  </a:lnTo>
                  <a:lnTo>
                    <a:pt x="905637" y="7286706"/>
                  </a:lnTo>
                  <a:close/>
                  <a:moveTo>
                    <a:pt x="905637" y="7047848"/>
                  </a:moveTo>
                  <a:lnTo>
                    <a:pt x="905637" y="6945481"/>
                  </a:lnTo>
                  <a:lnTo>
                    <a:pt x="905637" y="7047848"/>
                  </a:lnTo>
                  <a:close/>
                  <a:moveTo>
                    <a:pt x="905637" y="6808991"/>
                  </a:moveTo>
                  <a:lnTo>
                    <a:pt x="905637" y="6706622"/>
                  </a:lnTo>
                  <a:lnTo>
                    <a:pt x="905637" y="6808991"/>
                  </a:lnTo>
                  <a:close/>
                  <a:moveTo>
                    <a:pt x="905637" y="6570132"/>
                  </a:moveTo>
                  <a:lnTo>
                    <a:pt x="905637" y="6467765"/>
                  </a:lnTo>
                  <a:lnTo>
                    <a:pt x="905637" y="6570132"/>
                  </a:lnTo>
                  <a:close/>
                  <a:moveTo>
                    <a:pt x="905637" y="6331274"/>
                  </a:moveTo>
                  <a:lnTo>
                    <a:pt x="905637" y="6228907"/>
                  </a:lnTo>
                  <a:lnTo>
                    <a:pt x="905637" y="6331274"/>
                  </a:lnTo>
                  <a:close/>
                  <a:moveTo>
                    <a:pt x="905637" y="6092416"/>
                  </a:moveTo>
                  <a:lnTo>
                    <a:pt x="905637" y="5990048"/>
                  </a:lnTo>
                  <a:lnTo>
                    <a:pt x="905637" y="6092416"/>
                  </a:lnTo>
                  <a:close/>
                  <a:moveTo>
                    <a:pt x="905637" y="5853558"/>
                  </a:moveTo>
                  <a:lnTo>
                    <a:pt x="905637" y="5751190"/>
                  </a:lnTo>
                  <a:lnTo>
                    <a:pt x="905637" y="5853558"/>
                  </a:lnTo>
                  <a:close/>
                  <a:moveTo>
                    <a:pt x="905637" y="5614700"/>
                  </a:moveTo>
                  <a:lnTo>
                    <a:pt x="905637" y="5512333"/>
                  </a:lnTo>
                  <a:lnTo>
                    <a:pt x="905637" y="5614700"/>
                  </a:lnTo>
                  <a:close/>
                  <a:moveTo>
                    <a:pt x="905637" y="5375842"/>
                  </a:moveTo>
                  <a:lnTo>
                    <a:pt x="905637" y="5273474"/>
                  </a:lnTo>
                  <a:lnTo>
                    <a:pt x="905637" y="5375842"/>
                  </a:lnTo>
                  <a:close/>
                  <a:moveTo>
                    <a:pt x="905637" y="5136984"/>
                  </a:moveTo>
                  <a:lnTo>
                    <a:pt x="905637" y="5034616"/>
                  </a:lnTo>
                  <a:lnTo>
                    <a:pt x="905637" y="5136984"/>
                  </a:lnTo>
                  <a:close/>
                  <a:moveTo>
                    <a:pt x="905637" y="4898126"/>
                  </a:moveTo>
                  <a:lnTo>
                    <a:pt x="905637" y="4795758"/>
                  </a:lnTo>
                  <a:lnTo>
                    <a:pt x="905637" y="4898126"/>
                  </a:lnTo>
                  <a:close/>
                  <a:moveTo>
                    <a:pt x="905637" y="4659268"/>
                  </a:moveTo>
                  <a:lnTo>
                    <a:pt x="905637" y="4556900"/>
                  </a:lnTo>
                  <a:lnTo>
                    <a:pt x="905637" y="4659268"/>
                  </a:lnTo>
                  <a:close/>
                  <a:moveTo>
                    <a:pt x="905637" y="4420410"/>
                  </a:moveTo>
                  <a:lnTo>
                    <a:pt x="905637" y="4318042"/>
                  </a:lnTo>
                  <a:lnTo>
                    <a:pt x="905637" y="4420410"/>
                  </a:lnTo>
                  <a:close/>
                  <a:moveTo>
                    <a:pt x="905637" y="4181552"/>
                  </a:moveTo>
                  <a:lnTo>
                    <a:pt x="905637" y="4079184"/>
                  </a:lnTo>
                  <a:lnTo>
                    <a:pt x="905637" y="4181552"/>
                  </a:lnTo>
                  <a:close/>
                  <a:moveTo>
                    <a:pt x="905637" y="3942694"/>
                  </a:moveTo>
                  <a:lnTo>
                    <a:pt x="905637" y="3840326"/>
                  </a:lnTo>
                  <a:lnTo>
                    <a:pt x="905637" y="3942694"/>
                  </a:lnTo>
                  <a:close/>
                  <a:moveTo>
                    <a:pt x="905637" y="3703836"/>
                  </a:moveTo>
                  <a:lnTo>
                    <a:pt x="905637" y="3601468"/>
                  </a:lnTo>
                  <a:lnTo>
                    <a:pt x="905637" y="3703836"/>
                  </a:lnTo>
                  <a:close/>
                  <a:moveTo>
                    <a:pt x="905637" y="3464978"/>
                  </a:moveTo>
                  <a:lnTo>
                    <a:pt x="905637" y="3362610"/>
                  </a:lnTo>
                  <a:lnTo>
                    <a:pt x="905637" y="3464978"/>
                  </a:lnTo>
                  <a:close/>
                  <a:moveTo>
                    <a:pt x="905637" y="3226120"/>
                  </a:moveTo>
                  <a:lnTo>
                    <a:pt x="905637" y="3123752"/>
                  </a:lnTo>
                  <a:lnTo>
                    <a:pt x="905637" y="3226120"/>
                  </a:lnTo>
                  <a:close/>
                  <a:moveTo>
                    <a:pt x="905637" y="2987262"/>
                  </a:moveTo>
                  <a:lnTo>
                    <a:pt x="905637" y="2884894"/>
                  </a:lnTo>
                  <a:lnTo>
                    <a:pt x="905637" y="2987262"/>
                  </a:lnTo>
                  <a:close/>
                  <a:moveTo>
                    <a:pt x="905637" y="2748404"/>
                  </a:moveTo>
                  <a:lnTo>
                    <a:pt x="905637" y="2646036"/>
                  </a:lnTo>
                  <a:lnTo>
                    <a:pt x="905637" y="2748404"/>
                  </a:lnTo>
                  <a:close/>
                  <a:moveTo>
                    <a:pt x="905637" y="2509545"/>
                  </a:moveTo>
                  <a:lnTo>
                    <a:pt x="905637" y="2407178"/>
                  </a:lnTo>
                  <a:lnTo>
                    <a:pt x="905637" y="2509545"/>
                  </a:lnTo>
                  <a:close/>
                  <a:moveTo>
                    <a:pt x="905637" y="2270687"/>
                  </a:moveTo>
                  <a:lnTo>
                    <a:pt x="905637" y="2168320"/>
                  </a:lnTo>
                  <a:lnTo>
                    <a:pt x="905637" y="2270687"/>
                  </a:lnTo>
                  <a:close/>
                  <a:moveTo>
                    <a:pt x="905637" y="2031829"/>
                  </a:moveTo>
                  <a:lnTo>
                    <a:pt x="905637" y="1929462"/>
                  </a:lnTo>
                  <a:lnTo>
                    <a:pt x="905637" y="2031829"/>
                  </a:lnTo>
                  <a:close/>
                  <a:moveTo>
                    <a:pt x="905637" y="1792971"/>
                  </a:moveTo>
                  <a:lnTo>
                    <a:pt x="905637" y="1690604"/>
                  </a:lnTo>
                  <a:lnTo>
                    <a:pt x="905637" y="1792971"/>
                  </a:lnTo>
                  <a:close/>
                  <a:moveTo>
                    <a:pt x="905637" y="1554113"/>
                  </a:moveTo>
                  <a:lnTo>
                    <a:pt x="905637" y="1451746"/>
                  </a:lnTo>
                  <a:lnTo>
                    <a:pt x="905637" y="1554113"/>
                  </a:lnTo>
                  <a:close/>
                  <a:moveTo>
                    <a:pt x="905637" y="1315255"/>
                  </a:moveTo>
                  <a:lnTo>
                    <a:pt x="905637" y="1212887"/>
                  </a:lnTo>
                  <a:lnTo>
                    <a:pt x="905637" y="1315255"/>
                  </a:lnTo>
                  <a:close/>
                  <a:moveTo>
                    <a:pt x="905637" y="1076397"/>
                  </a:moveTo>
                  <a:lnTo>
                    <a:pt x="905637" y="974029"/>
                  </a:lnTo>
                  <a:lnTo>
                    <a:pt x="905637" y="1076397"/>
                  </a:lnTo>
                  <a:close/>
                  <a:moveTo>
                    <a:pt x="905637" y="837539"/>
                  </a:moveTo>
                  <a:lnTo>
                    <a:pt x="905637" y="735171"/>
                  </a:lnTo>
                  <a:lnTo>
                    <a:pt x="905637" y="837539"/>
                  </a:lnTo>
                  <a:close/>
                  <a:moveTo>
                    <a:pt x="905637" y="598681"/>
                  </a:moveTo>
                  <a:lnTo>
                    <a:pt x="905637" y="496313"/>
                  </a:lnTo>
                  <a:lnTo>
                    <a:pt x="905637" y="598681"/>
                  </a:lnTo>
                  <a:close/>
                  <a:moveTo>
                    <a:pt x="905637" y="359823"/>
                  </a:moveTo>
                  <a:lnTo>
                    <a:pt x="905637" y="262744"/>
                  </a:lnTo>
                  <a:lnTo>
                    <a:pt x="892937" y="262744"/>
                  </a:lnTo>
                  <a:lnTo>
                    <a:pt x="880237" y="262744"/>
                  </a:lnTo>
                  <a:cubicBezTo>
                    <a:pt x="880237" y="224868"/>
                    <a:pt x="886206" y="188868"/>
                    <a:pt x="896874" y="156452"/>
                  </a:cubicBezTo>
                  <a:lnTo>
                    <a:pt x="920115" y="170272"/>
                  </a:lnTo>
                  <a:cubicBezTo>
                    <a:pt x="910844" y="198593"/>
                    <a:pt x="905637" y="229816"/>
                    <a:pt x="905637" y="262744"/>
                  </a:cubicBezTo>
                  <a:lnTo>
                    <a:pt x="905637" y="359823"/>
                  </a:lnTo>
                  <a:close/>
                </a:path>
              </a:pathLst>
            </a:custGeom>
            <a:solidFill>
              <a:srgbClr val="E7E2D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868" y="3740388"/>
            <a:ext cx="17094263" cy="4750781"/>
          </a:xfrm>
          <a:custGeom>
            <a:avLst/>
            <a:gdLst/>
            <a:ahLst/>
            <a:cxnLst/>
            <a:rect r="r" b="b" t="t" l="l"/>
            <a:pathLst>
              <a:path h="4750781" w="17094263">
                <a:moveTo>
                  <a:pt x="0" y="0"/>
                </a:moveTo>
                <a:lnTo>
                  <a:pt x="17094264" y="0"/>
                </a:lnTo>
                <a:lnTo>
                  <a:pt x="17094264" y="4750780"/>
                </a:lnTo>
                <a:lnTo>
                  <a:pt x="0" y="475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6868" y="1644122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Wireframe basse fidélité : 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8870" y="3303721"/>
            <a:ext cx="17387380" cy="4375824"/>
          </a:xfrm>
          <a:custGeom>
            <a:avLst/>
            <a:gdLst/>
            <a:ahLst/>
            <a:cxnLst/>
            <a:rect r="r" b="b" t="t" l="l"/>
            <a:pathLst>
              <a:path h="4375824" w="17387380">
                <a:moveTo>
                  <a:pt x="0" y="0"/>
                </a:moveTo>
                <a:lnTo>
                  <a:pt x="17387380" y="0"/>
                </a:lnTo>
                <a:lnTo>
                  <a:pt x="17387380" y="4375824"/>
                </a:lnTo>
                <a:lnTo>
                  <a:pt x="0" y="437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447" y="1811809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Maquette haute fidélité : 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813" y="3549383"/>
            <a:ext cx="5783039" cy="4344508"/>
          </a:xfrm>
          <a:custGeom>
            <a:avLst/>
            <a:gdLst/>
            <a:ahLst/>
            <a:cxnLst/>
            <a:rect r="r" b="b" t="t" l="l"/>
            <a:pathLst>
              <a:path h="4344508" w="5783039">
                <a:moveTo>
                  <a:pt x="0" y="0"/>
                </a:moveTo>
                <a:lnTo>
                  <a:pt x="5783039" y="0"/>
                </a:lnTo>
                <a:lnTo>
                  <a:pt x="5783039" y="4344508"/>
                </a:lnTo>
                <a:lnTo>
                  <a:pt x="0" y="434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9752" y="3549383"/>
            <a:ext cx="4054953" cy="4567703"/>
          </a:xfrm>
          <a:custGeom>
            <a:avLst/>
            <a:gdLst/>
            <a:ahLst/>
            <a:cxnLst/>
            <a:rect r="r" b="b" t="t" l="l"/>
            <a:pathLst>
              <a:path h="4567703" w="4054953">
                <a:moveTo>
                  <a:pt x="0" y="0"/>
                </a:moveTo>
                <a:lnTo>
                  <a:pt x="4054953" y="0"/>
                </a:lnTo>
                <a:lnTo>
                  <a:pt x="4054953" y="4567703"/>
                </a:lnTo>
                <a:lnTo>
                  <a:pt x="0" y="456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7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31081" y="3464230"/>
            <a:ext cx="4943273" cy="4652856"/>
          </a:xfrm>
          <a:custGeom>
            <a:avLst/>
            <a:gdLst/>
            <a:ahLst/>
            <a:cxnLst/>
            <a:rect r="r" b="b" t="t" l="l"/>
            <a:pathLst>
              <a:path h="4652856" w="4943273">
                <a:moveTo>
                  <a:pt x="0" y="0"/>
                </a:moveTo>
                <a:lnTo>
                  <a:pt x="4943273" y="0"/>
                </a:lnTo>
                <a:lnTo>
                  <a:pt x="4943273" y="4652856"/>
                </a:lnTo>
                <a:lnTo>
                  <a:pt x="0" y="465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0100" y="1563492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Wireframe basse fidélité : Desktop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9056" y="2392710"/>
            <a:ext cx="2621727" cy="7710963"/>
          </a:xfrm>
          <a:custGeom>
            <a:avLst/>
            <a:gdLst/>
            <a:ahLst/>
            <a:cxnLst/>
            <a:rect r="r" b="b" t="t" l="l"/>
            <a:pathLst>
              <a:path h="7710963" w="2621727">
                <a:moveTo>
                  <a:pt x="0" y="0"/>
                </a:moveTo>
                <a:lnTo>
                  <a:pt x="2621727" y="0"/>
                </a:lnTo>
                <a:lnTo>
                  <a:pt x="2621727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100" y="1426206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Maquette haute fidélité : Desktop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225" y="1596017"/>
            <a:ext cx="12152307" cy="8050903"/>
          </a:xfrm>
          <a:custGeom>
            <a:avLst/>
            <a:gdLst/>
            <a:ahLst/>
            <a:cxnLst/>
            <a:rect r="r" b="b" t="t" l="l"/>
            <a:pathLst>
              <a:path h="8050903" w="12152307">
                <a:moveTo>
                  <a:pt x="0" y="0"/>
                </a:moveTo>
                <a:lnTo>
                  <a:pt x="12152307" y="0"/>
                </a:lnTo>
                <a:lnTo>
                  <a:pt x="12152307" y="8050903"/>
                </a:lnTo>
                <a:lnTo>
                  <a:pt x="0" y="8050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Charte Graphique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601200"/>
            <a:ext cx="2743200" cy="411480"/>
            <a:chOff x="0" y="0"/>
            <a:chExt cx="36576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300">
                  <a:solidFill>
                    <a:srgbClr val="6B7280"/>
                  </a:solidFill>
                  <a:latin typeface="Consolas"/>
                  <a:ea typeface="Consolas"/>
                  <a:cs typeface="Consolas"/>
                  <a:sym typeface="Consolas"/>
                </a:rPr>
                <a:t>VilleNova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Code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HTML sémantique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743200"/>
            <a:ext cx="10149840" cy="6446520"/>
            <a:chOff x="0" y="0"/>
            <a:chExt cx="13533120" cy="859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3312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353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3258800" y="0"/>
                  </a:lnTo>
                  <a:cubicBezTo>
                    <a:pt x="13410312" y="0"/>
                    <a:pt x="13533120" y="122809"/>
                    <a:pt x="13533120" y="274320"/>
                  </a:cubicBezTo>
                  <a:lnTo>
                    <a:pt x="13533120" y="8321040"/>
                  </a:lnTo>
                  <a:cubicBezTo>
                    <a:pt x="13533120" y="8472551"/>
                    <a:pt x="13410312" y="8595360"/>
                    <a:pt x="13258800" y="8595360"/>
                  </a:cubicBezTo>
                  <a:lnTo>
                    <a:pt x="274320" y="8595360"/>
                  </a:lnTo>
                  <a:cubicBezTo>
                    <a:pt x="122809" y="8595360"/>
                    <a:pt x="0" y="8472551"/>
                    <a:pt x="0" y="8321040"/>
                  </a:cubicBezTo>
                  <a:close/>
                </a:path>
              </a:pathLst>
            </a:custGeom>
            <a:solidFill>
              <a:srgbClr val="143A2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4440" y="2988945"/>
            <a:ext cx="9601200" cy="592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&lt;header class="site-header"&gt;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&lt;nav aria-label="Navigation principale"&gt;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&lt;ul&gt;...&lt;/ul&gt;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&lt;/nav&gt;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&lt;/header&gt;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&lt;main id="main"&gt;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&lt;section class="hero" aria-labelledby="hero-title"&gt;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&lt;h1 id="hero-title"&gt;La culture vit ici.&lt;/h1&gt;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&lt;picture&gt;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&lt;source srcset="...avif" type="image/avif"&gt;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&lt;source srcset="...webp" type="image/webp"&gt;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&lt;img src="...jpg" alt="..." loading="lazy"&gt;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&lt;/picture&gt;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&lt;/section&gt;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&lt;/main&gt;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&lt;footer class="site-footer"&gt;...&lt;/footer&gt;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21440" y="2743200"/>
            <a:ext cx="8229600" cy="411480"/>
            <a:chOff x="0" y="0"/>
            <a:chExt cx="109728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1B4D3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PRINCIPES APPLIQUÉS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521440" y="3381375"/>
            <a:ext cx="60350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Balises sémantiques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1440" y="3939540"/>
            <a:ext cx="60350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header, nav, main, section, article, aside, footer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21440" y="5164455"/>
            <a:ext cx="60350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ARIA &amp; accessibilité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21440" y="5722620"/>
            <a:ext cx="60350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aria-label, aria-labelledby, alt, skip-link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1440" y="6947535"/>
            <a:ext cx="60350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21440" y="7505700"/>
            <a:ext cx="60350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AVIF + WebP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558290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Architecture SASS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2743200"/>
            <a:ext cx="7543800" cy="6446520"/>
            <a:chOff x="0" y="0"/>
            <a:chExt cx="10058400" cy="859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0584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9784080" y="0"/>
                  </a:lnTo>
                  <a:cubicBezTo>
                    <a:pt x="9935591" y="0"/>
                    <a:pt x="10058400" y="122809"/>
                    <a:pt x="10058400" y="274320"/>
                  </a:cubicBezTo>
                  <a:lnTo>
                    <a:pt x="10058400" y="8321040"/>
                  </a:lnTo>
                  <a:cubicBezTo>
                    <a:pt x="10058400" y="8472551"/>
                    <a:pt x="9935591" y="8595360"/>
                    <a:pt x="9784080" y="8595360"/>
                  </a:cubicBezTo>
                  <a:lnTo>
                    <a:pt x="274320" y="8595360"/>
                  </a:lnTo>
                  <a:cubicBezTo>
                    <a:pt x="122809" y="8595360"/>
                    <a:pt x="0" y="8472551"/>
                    <a:pt x="0" y="8321040"/>
                  </a:cubicBezTo>
                  <a:close/>
                </a:path>
              </a:pathLst>
            </a:custGeom>
            <a:solidFill>
              <a:srgbClr val="143A2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4440" y="2979420"/>
            <a:ext cx="6858000" cy="593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sass/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style.scss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abstracts/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_variables.scss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└── _mixins.scss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base/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_reset.scss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└── _typography.scss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components/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_buttons.scss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_cards.scss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_filters.scss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└── _forms.scss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└── layout/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├── _header.scss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├── _hero.scss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├── _sections.scss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└── _footer.scss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15400" y="2743200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Avantage du SASS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15400" y="3381375"/>
            <a:ext cx="87782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Variables centralisées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15400" y="3939540"/>
            <a:ext cx="87782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Une couleur change tout change.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5400" y="4752975"/>
            <a:ext cx="8778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Mixins réutilisables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5400" y="5311140"/>
            <a:ext cx="87782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éutiliser un bloc de styles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5400" y="6124575"/>
            <a:ext cx="8778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</a:t>
            </a: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brication du code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15400" y="6682740"/>
            <a:ext cx="87782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Le code est plus lisible et organisé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JavaScript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156335"/>
            <a:ext cx="164592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Fetch &amp; async/await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2606040"/>
            <a:ext cx="16733520" cy="6446520"/>
            <a:chOff x="0" y="0"/>
            <a:chExt cx="22311360" cy="859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11359" cy="8595360"/>
            </a:xfrm>
            <a:custGeom>
              <a:avLst/>
              <a:gdLst/>
              <a:ahLst/>
              <a:cxnLst/>
              <a:rect r="r" b="b" t="t" l="l"/>
              <a:pathLst>
                <a:path h="8595360" w="2231135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2037039" y="0"/>
                  </a:lnTo>
                  <a:cubicBezTo>
                    <a:pt x="22188551" y="0"/>
                    <a:pt x="22311359" y="122809"/>
                    <a:pt x="22311359" y="274320"/>
                  </a:cubicBezTo>
                  <a:lnTo>
                    <a:pt x="22311359" y="8321040"/>
                  </a:lnTo>
                  <a:cubicBezTo>
                    <a:pt x="22311359" y="8472551"/>
                    <a:pt x="22188551" y="8595360"/>
                    <a:pt x="22037039" y="8595360"/>
                  </a:cubicBezTo>
                  <a:lnTo>
                    <a:pt x="274320" y="8595360"/>
                  </a:lnTo>
                  <a:cubicBezTo>
                    <a:pt x="122809" y="8595360"/>
                    <a:pt x="0" y="8472551"/>
                    <a:pt x="0" y="8321040"/>
                  </a:cubicBezTo>
                  <a:close/>
                </a:path>
              </a:pathLst>
            </a:custGeom>
            <a:solidFill>
              <a:srgbClr val="143A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743200"/>
            <a:ext cx="5486400" cy="411480"/>
            <a:chOff x="0" y="0"/>
            <a:chExt cx="73152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F4D3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app.js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4440" y="3263265"/>
            <a:ext cx="15910560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API_URL = 'https://api.openagenda.com/v2/agendas/{uid}/events';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API_KEY = 'Clé publique qu’on obtient du site';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async function fetchEvent(uid) {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const url = buildUrl(API_BASE + '/events/' + uid, {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key: API_KEY,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detailed: 1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const response = await fetch(url);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if (!response.ok) {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throw new Error('Erreur API : ' + response.status);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const data = await response.json();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return data.event || data;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156335"/>
            <a:ext cx="164592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Éco-conception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2331720"/>
            <a:ext cx="16459200" cy="685800"/>
            <a:chOff x="0" y="0"/>
            <a:chExt cx="219456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945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Chaque kilo-octet économisé = moins de bande passante consommée, moins d'énergie utilisée.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29128" y="4732020"/>
            <a:ext cx="5486400" cy="4799163"/>
            <a:chOff x="0" y="0"/>
            <a:chExt cx="7315200" cy="63988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6398884"/>
            </a:xfrm>
            <a:custGeom>
              <a:avLst/>
              <a:gdLst/>
              <a:ahLst/>
              <a:cxnLst/>
              <a:rect r="r" b="b" t="t" l="l"/>
              <a:pathLst>
                <a:path h="6398884" w="7315200">
                  <a:moveTo>
                    <a:pt x="0" y="304709"/>
                  </a:moveTo>
                  <a:cubicBezTo>
                    <a:pt x="0" y="136378"/>
                    <a:pt x="163703" y="0"/>
                    <a:pt x="365760" y="0"/>
                  </a:cubicBezTo>
                  <a:lnTo>
                    <a:pt x="6949440" y="0"/>
                  </a:lnTo>
                  <a:cubicBezTo>
                    <a:pt x="7151497" y="0"/>
                    <a:pt x="7315200" y="136378"/>
                    <a:pt x="7315200" y="304709"/>
                  </a:cubicBezTo>
                  <a:lnTo>
                    <a:pt x="7315200" y="6094175"/>
                  </a:lnTo>
                  <a:cubicBezTo>
                    <a:pt x="7315200" y="6262505"/>
                    <a:pt x="7151497" y="6398884"/>
                    <a:pt x="6949440" y="6398884"/>
                  </a:cubicBezTo>
                  <a:lnTo>
                    <a:pt x="365760" y="6398884"/>
                  </a:lnTo>
                  <a:cubicBezTo>
                    <a:pt x="163703" y="6398884"/>
                    <a:pt x="0" y="6262505"/>
                    <a:pt x="0" y="6094175"/>
                  </a:cubicBez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29128" y="4732020"/>
            <a:ext cx="5486400" cy="2568067"/>
            <a:chOff x="0" y="0"/>
            <a:chExt cx="7315200" cy="3424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3424089"/>
            </a:xfrm>
            <a:custGeom>
              <a:avLst/>
              <a:gdLst/>
              <a:ahLst/>
              <a:cxnLst/>
              <a:rect r="r" b="b" t="t" l="l"/>
              <a:pathLst>
                <a:path h="342408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24089"/>
                  </a:lnTo>
                  <a:lnTo>
                    <a:pt x="0" y="3424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736" t="0" r="-7736" b="38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315200" cy="344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0"/>
                </a:lnSpc>
              </a:pPr>
              <a:r>
                <a:rPr lang="en-US" sz="13500" b="true">
                  <a:solidFill>
                    <a:srgbClr val="F4D35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0.8g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9128" y="7017336"/>
            <a:ext cx="5486400" cy="571329"/>
            <a:chOff x="0" y="0"/>
            <a:chExt cx="7315200" cy="7617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761772"/>
            </a:xfrm>
            <a:custGeom>
              <a:avLst/>
              <a:gdLst/>
              <a:ahLst/>
              <a:cxnLst/>
              <a:rect r="r" b="b" t="t" l="l"/>
              <a:pathLst>
                <a:path h="7617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61772"/>
                  </a:lnTo>
                  <a:lnTo>
                    <a:pt x="0" y="7617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094" r="0" b="-1471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15200" cy="818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CO₂ / page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29128" y="7817196"/>
            <a:ext cx="5486400" cy="571329"/>
            <a:chOff x="0" y="0"/>
            <a:chExt cx="7315200" cy="7617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761772"/>
            </a:xfrm>
            <a:custGeom>
              <a:avLst/>
              <a:gdLst/>
              <a:ahLst/>
              <a:cxnLst/>
              <a:rect r="r" b="b" t="t" l="l"/>
              <a:pathLst>
                <a:path h="7617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61772"/>
                  </a:lnTo>
                  <a:lnTo>
                    <a:pt x="0" y="7617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094" r="0" b="-1471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315200" cy="790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Mesure estimée — Website Carbon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360420"/>
            <a:ext cx="685800" cy="411480"/>
            <a:chOff x="0" y="0"/>
            <a:chExt cx="914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3724275"/>
            <a:ext cx="53492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Images AVIF + WebP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4291965"/>
            <a:ext cx="534924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Format moderne ~50% plus léger que JPEG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533467" y="336042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533467" y="3724275"/>
            <a:ext cx="53492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Lazy loading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33467" y="4291965"/>
            <a:ext cx="534924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Images chargées uniquement quand visibles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ACCESSIBILITÉ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3435" y="1623060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Standards WCAG AA respectés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3435" y="2870835"/>
            <a:ext cx="5505450" cy="3036570"/>
            <a:chOff x="0" y="0"/>
            <a:chExt cx="7340600" cy="4048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3154680"/>
            <a:ext cx="822960" cy="822960"/>
            <a:chOff x="0" y="0"/>
            <a:chExt cx="10972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⌨️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399859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Navigation clavier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4566285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Tous les éléments accessibles via Tab, Shift+Tab, Entrée, Échap.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74155" y="2870835"/>
            <a:ext cx="5505450" cy="3036570"/>
            <a:chOff x="0" y="0"/>
            <a:chExt cx="7340600" cy="4048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95160" y="315468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👁️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995160" y="399859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Focus visible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95160" y="4566285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:focus-visible avec outline 2px contrasté sur tous les éléments interactifs.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34875" y="2870835"/>
            <a:ext cx="5505450" cy="3036570"/>
            <a:chOff x="0" y="0"/>
            <a:chExt cx="7340600" cy="404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755880" y="315468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🏷️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755880" y="399859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Labels &amp; ARIA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55880" y="4566285"/>
            <a:ext cx="46634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aria-label sur boutons icônes, aria-labelledby sur sections, alt sur les images.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2960" y="6446520"/>
            <a:ext cx="5505450" cy="3036570"/>
            <a:chOff x="0" y="0"/>
            <a:chExt cx="7340600" cy="4048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3965" y="6730365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📢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43965" y="7574280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ARIA live regions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965" y="8141970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aria-live=polite pour annoncer les changements dynamiques (filtres, résultats).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619875" y="6446520"/>
            <a:ext cx="5505450" cy="3036570"/>
            <a:chOff x="0" y="0"/>
            <a:chExt cx="7340600" cy="4048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040880" y="6730365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🦻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040880" y="7574280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Sémantique HTML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40880" y="8141970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Hiérarchie h1 → h2 → h3 logique. Skip-link en haut de page.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3739" y="3683128"/>
            <a:ext cx="4426148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0"/>
              </a:lnSpc>
            </a:pPr>
            <a:r>
              <a:rPr lang="en-US" sz="114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Démo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6613" y="4594860"/>
            <a:ext cx="4315666" cy="548640"/>
            <a:chOff x="0" y="0"/>
            <a:chExt cx="5754221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4221" cy="731520"/>
            </a:xfrm>
            <a:custGeom>
              <a:avLst/>
              <a:gdLst/>
              <a:ahLst/>
              <a:cxnLst/>
              <a:rect r="r" b="b" t="t" l="l"/>
              <a:pathLst>
                <a:path h="731520" w="5754221">
                  <a:moveTo>
                    <a:pt x="0" y="0"/>
                  </a:moveTo>
                  <a:lnTo>
                    <a:pt x="5754221" y="0"/>
                  </a:lnTo>
                  <a:lnTo>
                    <a:pt x="575422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-281382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754221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i="true">
                  <a:solidFill>
                    <a:srgbClr val="E76F51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Merci pour votre attention.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DAHJXvlNeDU</dc:identifier>
  <dcterms:modified xsi:type="dcterms:W3CDTF">2011-08-01T06:04:30Z</dcterms:modified>
  <cp:revision>1</cp:revision>
  <dc:title>VilleNova La culture vit ici.</dc:title>
</cp:coreProperties>
</file>